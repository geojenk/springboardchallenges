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4" r:id="rId5"/>
    <p:sldId id="265" r:id="rId6"/>
    <p:sldId id="259" r:id="rId7"/>
    <p:sldId id="258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  <a:srgbClr val="C9B9E9"/>
    <a:srgbClr val="FFF86D"/>
    <a:srgbClr val="FFF200"/>
    <a:srgbClr val="B1D373"/>
    <a:srgbClr val="482A84"/>
    <a:srgbClr val="DFD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" autoAdjust="0"/>
    <p:restoredTop sz="72240" autoAdjust="0"/>
  </p:normalViewPr>
  <p:slideViewPr>
    <p:cSldViewPr snapToGrid="0">
      <p:cViewPr>
        <p:scale>
          <a:sx n="80" d="100"/>
          <a:sy n="80" d="100"/>
        </p:scale>
        <p:origin x="1008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a Jenkins" userId="f9200362-5fbc-470c-af17-006b5c85a3a7" providerId="ADAL" clId="{B9A76D6F-B36F-4392-8A32-90F7C6715AE7}"/>
    <pc:docChg chg="undo redo custSel addSld delSld modSld">
      <pc:chgData name="Georgia Jenkins" userId="f9200362-5fbc-470c-af17-006b5c85a3a7" providerId="ADAL" clId="{B9A76D6F-B36F-4392-8A32-90F7C6715AE7}" dt="2024-02-13T23:01:42.965" v="17306" actId="20577"/>
      <pc:docMkLst>
        <pc:docMk/>
      </pc:docMkLst>
      <pc:sldChg chg="modSp del">
        <pc:chgData name="Georgia Jenkins" userId="f9200362-5fbc-470c-af17-006b5c85a3a7" providerId="ADAL" clId="{B9A76D6F-B36F-4392-8A32-90F7C6715AE7}" dt="2024-02-12T22:35:40.717" v="2756" actId="2696"/>
        <pc:sldMkLst>
          <pc:docMk/>
          <pc:sldMk cId="726576178" sldId="256"/>
        </pc:sldMkLst>
        <pc:spChg chg="mod">
          <ac:chgData name="Georgia Jenkins" userId="f9200362-5fbc-470c-af17-006b5c85a3a7" providerId="ADAL" clId="{B9A76D6F-B36F-4392-8A32-90F7C6715AE7}" dt="2024-02-11T19:35:24.797" v="1" actId="2711"/>
          <ac:spMkLst>
            <pc:docMk/>
            <pc:sldMk cId="726576178" sldId="256"/>
            <ac:spMk id="2" creationId="{AB3AF676-1BB4-460A-A5F5-7A09C80FF2BE}"/>
          </ac:spMkLst>
        </pc:spChg>
        <pc:spChg chg="mod">
          <ac:chgData name="Georgia Jenkins" userId="f9200362-5fbc-470c-af17-006b5c85a3a7" providerId="ADAL" clId="{B9A76D6F-B36F-4392-8A32-90F7C6715AE7}" dt="2024-02-11T19:35:24.797" v="1" actId="2711"/>
          <ac:spMkLst>
            <pc:docMk/>
            <pc:sldMk cId="726576178" sldId="256"/>
            <ac:spMk id="3" creationId="{2D496184-230F-424A-A6E9-52905F1FDB64}"/>
          </ac:spMkLst>
        </pc:spChg>
      </pc:sldChg>
      <pc:sldChg chg="modSp del">
        <pc:chgData name="Georgia Jenkins" userId="f9200362-5fbc-470c-af17-006b5c85a3a7" providerId="ADAL" clId="{B9A76D6F-B36F-4392-8A32-90F7C6715AE7}" dt="2024-02-12T22:35:39.537" v="2755" actId="2696"/>
        <pc:sldMkLst>
          <pc:docMk/>
          <pc:sldMk cId="1250996453" sldId="257"/>
        </pc:sldMkLst>
        <pc:spChg chg="mod">
          <ac:chgData name="Georgia Jenkins" userId="f9200362-5fbc-470c-af17-006b5c85a3a7" providerId="ADAL" clId="{B9A76D6F-B36F-4392-8A32-90F7C6715AE7}" dt="2024-02-11T20:23:07.061" v="2524" actId="207"/>
          <ac:spMkLst>
            <pc:docMk/>
            <pc:sldMk cId="1250996453" sldId="257"/>
            <ac:spMk id="2" creationId="{B9DC7AAA-144F-47BA-8DD7-3527873C4BE2}"/>
          </ac:spMkLst>
        </pc:spChg>
      </pc:sldChg>
      <pc:sldChg chg="addSp delSp modSp modNotesTx">
        <pc:chgData name="Georgia Jenkins" userId="f9200362-5fbc-470c-af17-006b5c85a3a7" providerId="ADAL" clId="{B9A76D6F-B36F-4392-8A32-90F7C6715AE7}" dt="2024-02-13T21:37:17.143" v="16805" actId="20577"/>
        <pc:sldMkLst>
          <pc:docMk/>
          <pc:sldMk cId="4122185151" sldId="258"/>
        </pc:sldMkLst>
        <pc:spChg chg="add mod">
          <ac:chgData name="Georgia Jenkins" userId="f9200362-5fbc-470c-af17-006b5c85a3a7" providerId="ADAL" clId="{B9A76D6F-B36F-4392-8A32-90F7C6715AE7}" dt="2024-02-11T20:31:49.830" v="2525" actId="478"/>
          <ac:spMkLst>
            <pc:docMk/>
            <pc:sldMk cId="4122185151" sldId="258"/>
            <ac:spMk id="4" creationId="{89614FF8-89C3-436C-8483-6551DD6A79D3}"/>
          </ac:spMkLst>
        </pc:spChg>
        <pc:spChg chg="add del">
          <ac:chgData name="Georgia Jenkins" userId="f9200362-5fbc-470c-af17-006b5c85a3a7" providerId="ADAL" clId="{B9A76D6F-B36F-4392-8A32-90F7C6715AE7}" dt="2024-02-11T20:31:52.023" v="2529"/>
          <ac:spMkLst>
            <pc:docMk/>
            <pc:sldMk cId="4122185151" sldId="258"/>
            <ac:spMk id="6" creationId="{1D0BAB00-D879-4A79-8B3A-7728864BCA83}"/>
          </ac:spMkLst>
        </pc:spChg>
        <pc:picChg chg="del">
          <ac:chgData name="Georgia Jenkins" userId="f9200362-5fbc-470c-af17-006b5c85a3a7" providerId="ADAL" clId="{B9A76D6F-B36F-4392-8A32-90F7C6715AE7}" dt="2024-02-11T20:31:49.830" v="2525" actId="478"/>
          <ac:picMkLst>
            <pc:docMk/>
            <pc:sldMk cId="4122185151" sldId="258"/>
            <ac:picMk id="5" creationId="{B61501B0-E52E-4D93-8276-89DD600C5FE5}"/>
          </ac:picMkLst>
        </pc:picChg>
        <pc:picChg chg="add">
          <ac:chgData name="Georgia Jenkins" userId="f9200362-5fbc-470c-af17-006b5c85a3a7" providerId="ADAL" clId="{B9A76D6F-B36F-4392-8A32-90F7C6715AE7}" dt="2024-02-11T20:31:52.026" v="2530"/>
          <ac:picMkLst>
            <pc:docMk/>
            <pc:sldMk cId="4122185151" sldId="258"/>
            <ac:picMk id="7" creationId="{C1C6B94E-CDF5-40A5-A9C1-8A18A4AAD91F}"/>
          </ac:picMkLst>
        </pc:picChg>
      </pc:sldChg>
      <pc:sldChg chg="addSp delSp modSp add modNotesTx">
        <pc:chgData name="Georgia Jenkins" userId="f9200362-5fbc-470c-af17-006b5c85a3a7" providerId="ADAL" clId="{B9A76D6F-B36F-4392-8A32-90F7C6715AE7}" dt="2024-02-13T23:01:42.965" v="17306" actId="20577"/>
        <pc:sldMkLst>
          <pc:docMk/>
          <pc:sldMk cId="1031326889" sldId="259"/>
        </pc:sldMkLst>
        <pc:spChg chg="mod">
          <ac:chgData name="Georgia Jenkins" userId="f9200362-5fbc-470c-af17-006b5c85a3a7" providerId="ADAL" clId="{B9A76D6F-B36F-4392-8A32-90F7C6715AE7}" dt="2024-02-11T19:37:07.300" v="28" actId="20577"/>
          <ac:spMkLst>
            <pc:docMk/>
            <pc:sldMk cId="1031326889" sldId="259"/>
            <ac:spMk id="2" creationId="{391398DE-DEC8-4966-9414-4D03D69D73DA}"/>
          </ac:spMkLst>
        </pc:spChg>
        <pc:spChg chg="del mod">
          <ac:chgData name="Georgia Jenkins" userId="f9200362-5fbc-470c-af17-006b5c85a3a7" providerId="ADAL" clId="{B9A76D6F-B36F-4392-8A32-90F7C6715AE7}" dt="2024-02-11T19:38:19.736" v="30" actId="3680"/>
          <ac:spMkLst>
            <pc:docMk/>
            <pc:sldMk cId="1031326889" sldId="259"/>
            <ac:spMk id="3" creationId="{C04C8938-A64F-434C-B3BE-0FB6240A4CDA}"/>
          </ac:spMkLst>
        </pc:spChg>
        <pc:graphicFrameChg chg="add mod modGraphic">
          <ac:chgData name="Georgia Jenkins" userId="f9200362-5fbc-470c-af17-006b5c85a3a7" providerId="ADAL" clId="{B9A76D6F-B36F-4392-8A32-90F7C6715AE7}" dt="2024-02-13T23:01:42.965" v="17306" actId="20577"/>
          <ac:graphicFrameMkLst>
            <pc:docMk/>
            <pc:sldMk cId="1031326889" sldId="259"/>
            <ac:graphicFrameMk id="4" creationId="{505494A0-D98E-4A7D-9392-049D469B19DA}"/>
          </ac:graphicFrameMkLst>
        </pc:graphicFrameChg>
      </pc:sldChg>
      <pc:sldChg chg="addSp delSp modSp add modAnim modNotesTx">
        <pc:chgData name="Georgia Jenkins" userId="f9200362-5fbc-470c-af17-006b5c85a3a7" providerId="ADAL" clId="{B9A76D6F-B36F-4392-8A32-90F7C6715AE7}" dt="2024-02-13T21:46:47.280" v="17022" actId="20577"/>
        <pc:sldMkLst>
          <pc:docMk/>
          <pc:sldMk cId="803138351" sldId="260"/>
        </pc:sldMkLst>
        <pc:spChg chg="del mod">
          <ac:chgData name="Georgia Jenkins" userId="f9200362-5fbc-470c-af17-006b5c85a3a7" providerId="ADAL" clId="{B9A76D6F-B36F-4392-8A32-90F7C6715AE7}" dt="2024-02-13T15:05:52.441" v="9143" actId="478"/>
          <ac:spMkLst>
            <pc:docMk/>
            <pc:sldMk cId="803138351" sldId="260"/>
            <ac:spMk id="2" creationId="{B628FDE3-769E-4363-82AD-A91BBA7526E8}"/>
          </ac:spMkLst>
        </pc:spChg>
        <pc:spChg chg="add del">
          <ac:chgData name="Georgia Jenkins" userId="f9200362-5fbc-470c-af17-006b5c85a3a7" providerId="ADAL" clId="{B9A76D6F-B36F-4392-8A32-90F7C6715AE7}" dt="2024-02-11T22:15:56.891" v="2619"/>
          <ac:spMkLst>
            <pc:docMk/>
            <pc:sldMk cId="803138351" sldId="260"/>
            <ac:spMk id="3" creationId="{F2D61CE1-9C64-4CDE-898E-91261B76AE1F}"/>
          </ac:spMkLst>
        </pc:spChg>
        <pc:spChg chg="add del mod">
          <ac:chgData name="Georgia Jenkins" userId="f9200362-5fbc-470c-af17-006b5c85a3a7" providerId="ADAL" clId="{B9A76D6F-B36F-4392-8A32-90F7C6715AE7}" dt="2024-02-12T22:59:42.032" v="4515" actId="478"/>
          <ac:spMkLst>
            <pc:docMk/>
            <pc:sldMk cId="803138351" sldId="260"/>
            <ac:spMk id="4" creationId="{664E3E3B-8390-41B8-BC47-CE5C643062D0}"/>
          </ac:spMkLst>
        </pc:spChg>
        <pc:spChg chg="add del">
          <ac:chgData name="Georgia Jenkins" userId="f9200362-5fbc-470c-af17-006b5c85a3a7" providerId="ADAL" clId="{B9A76D6F-B36F-4392-8A32-90F7C6715AE7}" dt="2024-02-11T21:36:31.342" v="2537"/>
          <ac:spMkLst>
            <pc:docMk/>
            <pc:sldMk cId="803138351" sldId="260"/>
            <ac:spMk id="5" creationId="{41413670-3846-43CD-A0F2-1442393D65DC}"/>
          </ac:spMkLst>
        </pc:spChg>
        <pc:spChg chg="add del mod">
          <ac:chgData name="Georgia Jenkins" userId="f9200362-5fbc-470c-af17-006b5c85a3a7" providerId="ADAL" clId="{B9A76D6F-B36F-4392-8A32-90F7C6715AE7}" dt="2024-02-12T23:02:09.855" v="4566" actId="478"/>
          <ac:spMkLst>
            <pc:docMk/>
            <pc:sldMk cId="803138351" sldId="260"/>
            <ac:spMk id="7" creationId="{07E61D6A-CA40-4965-8F97-068DD8F7E236}"/>
          </ac:spMkLst>
        </pc:spChg>
        <pc:spChg chg="add del">
          <ac:chgData name="Georgia Jenkins" userId="f9200362-5fbc-470c-af17-006b5c85a3a7" providerId="ADAL" clId="{B9A76D6F-B36F-4392-8A32-90F7C6715AE7}" dt="2024-02-11T21:38:51.904" v="2554"/>
          <ac:spMkLst>
            <pc:docMk/>
            <pc:sldMk cId="803138351" sldId="260"/>
            <ac:spMk id="7" creationId="{806A2981-93AC-4B2A-911F-409072BFE99B}"/>
          </ac:spMkLst>
        </pc:spChg>
        <pc:spChg chg="add del mod">
          <ac:chgData name="Georgia Jenkins" userId="f9200362-5fbc-470c-af17-006b5c85a3a7" providerId="ADAL" clId="{B9A76D6F-B36F-4392-8A32-90F7C6715AE7}" dt="2024-02-12T23:00:55.340" v="4534" actId="767"/>
          <ac:spMkLst>
            <pc:docMk/>
            <pc:sldMk cId="803138351" sldId="260"/>
            <ac:spMk id="9" creationId="{2555EDDA-997E-4382-B5F6-21CFE2108427}"/>
          </ac:spMkLst>
        </pc:spChg>
        <pc:spChg chg="add del mod">
          <ac:chgData name="Georgia Jenkins" userId="f9200362-5fbc-470c-af17-006b5c85a3a7" providerId="ADAL" clId="{B9A76D6F-B36F-4392-8A32-90F7C6715AE7}" dt="2024-02-11T21:40:49.591" v="2574"/>
          <ac:spMkLst>
            <pc:docMk/>
            <pc:sldMk cId="803138351" sldId="260"/>
            <ac:spMk id="10" creationId="{9F644B93-3785-4284-8B34-59C8831D35C3}"/>
          </ac:spMkLst>
        </pc:spChg>
        <pc:spChg chg="add del mod">
          <ac:chgData name="Georgia Jenkins" userId="f9200362-5fbc-470c-af17-006b5c85a3a7" providerId="ADAL" clId="{B9A76D6F-B36F-4392-8A32-90F7C6715AE7}" dt="2024-02-13T21:41:35.945" v="16902" actId="478"/>
          <ac:spMkLst>
            <pc:docMk/>
            <pc:sldMk cId="803138351" sldId="260"/>
            <ac:spMk id="10" creationId="{E8E6103F-378F-4BAA-BDE7-EAA75684C07B}"/>
          </ac:spMkLst>
        </pc:spChg>
        <pc:spChg chg="add mod ord">
          <ac:chgData name="Georgia Jenkins" userId="f9200362-5fbc-470c-af17-006b5c85a3a7" providerId="ADAL" clId="{B9A76D6F-B36F-4392-8A32-90F7C6715AE7}" dt="2024-02-13T21:44:53.361" v="16998" actId="14100"/>
          <ac:spMkLst>
            <pc:docMk/>
            <pc:sldMk cId="803138351" sldId="260"/>
            <ac:spMk id="11" creationId="{97135B79-597A-4187-ACF3-1D796BE5470B}"/>
          </ac:spMkLst>
        </pc:spChg>
        <pc:spChg chg="add del">
          <ac:chgData name="Georgia Jenkins" userId="f9200362-5fbc-470c-af17-006b5c85a3a7" providerId="ADAL" clId="{B9A76D6F-B36F-4392-8A32-90F7C6715AE7}" dt="2024-02-11T21:42:09.843" v="2604"/>
          <ac:spMkLst>
            <pc:docMk/>
            <pc:sldMk cId="803138351" sldId="260"/>
            <ac:spMk id="13" creationId="{C48D630F-DA0C-4939-9B04-BBA603BFAA06}"/>
          </ac:spMkLst>
        </pc:spChg>
        <pc:spChg chg="add del mod">
          <ac:chgData name="Georgia Jenkins" userId="f9200362-5fbc-470c-af17-006b5c85a3a7" providerId="ADAL" clId="{B9A76D6F-B36F-4392-8A32-90F7C6715AE7}" dt="2024-02-13T21:41:35.945" v="16902" actId="478"/>
          <ac:spMkLst>
            <pc:docMk/>
            <pc:sldMk cId="803138351" sldId="260"/>
            <ac:spMk id="13" creationId="{F11D251A-82A2-4CA9-8A61-B139EAC93EBB}"/>
          </ac:spMkLst>
        </pc:spChg>
        <pc:spChg chg="add mod">
          <ac:chgData name="Georgia Jenkins" userId="f9200362-5fbc-470c-af17-006b5c85a3a7" providerId="ADAL" clId="{B9A76D6F-B36F-4392-8A32-90F7C6715AE7}" dt="2024-02-13T21:42:34.575" v="16916" actId="207"/>
          <ac:spMkLst>
            <pc:docMk/>
            <pc:sldMk cId="803138351" sldId="260"/>
            <ac:spMk id="16" creationId="{5832BB75-2FE9-4C51-A767-D40A9F2E71C8}"/>
          </ac:spMkLst>
        </pc:spChg>
        <pc:spChg chg="add del mod">
          <ac:chgData name="Georgia Jenkins" userId="f9200362-5fbc-470c-af17-006b5c85a3a7" providerId="ADAL" clId="{B9A76D6F-B36F-4392-8A32-90F7C6715AE7}" dt="2024-02-13T15:04:17.828" v="9113" actId="478"/>
          <ac:spMkLst>
            <pc:docMk/>
            <pc:sldMk cId="803138351" sldId="260"/>
            <ac:spMk id="17" creationId="{EF85BFFE-C2D2-438A-8A5D-5AB9715749E5}"/>
          </ac:spMkLst>
        </pc:spChg>
        <pc:spChg chg="add del mod">
          <ac:chgData name="Georgia Jenkins" userId="f9200362-5fbc-470c-af17-006b5c85a3a7" providerId="ADAL" clId="{B9A76D6F-B36F-4392-8A32-90F7C6715AE7}" dt="2024-02-12T23:13:10.091" v="5337" actId="478"/>
          <ac:spMkLst>
            <pc:docMk/>
            <pc:sldMk cId="803138351" sldId="260"/>
            <ac:spMk id="18" creationId="{D4AEDF92-A7EF-4DBE-9002-EBBAA8FDDC11}"/>
          </ac:spMkLst>
        </pc:spChg>
        <pc:spChg chg="add del mod">
          <ac:chgData name="Georgia Jenkins" userId="f9200362-5fbc-470c-af17-006b5c85a3a7" providerId="ADAL" clId="{B9A76D6F-B36F-4392-8A32-90F7C6715AE7}" dt="2024-02-13T15:05:56.627" v="9144" actId="478"/>
          <ac:spMkLst>
            <pc:docMk/>
            <pc:sldMk cId="803138351" sldId="260"/>
            <ac:spMk id="27" creationId="{EB7905C5-EF37-4EE8-8F0F-607882D2829C}"/>
          </ac:spMkLst>
        </pc:spChg>
        <pc:spChg chg="add mod ord">
          <ac:chgData name="Georgia Jenkins" userId="f9200362-5fbc-470c-af17-006b5c85a3a7" providerId="ADAL" clId="{B9A76D6F-B36F-4392-8A32-90F7C6715AE7}" dt="2024-02-13T21:44:23.205" v="16946" actId="1037"/>
          <ac:spMkLst>
            <pc:docMk/>
            <pc:sldMk cId="803138351" sldId="260"/>
            <ac:spMk id="29" creationId="{81CF11C7-C8A4-4A83-B295-DE1021A35E35}"/>
          </ac:spMkLst>
        </pc:spChg>
        <pc:spChg chg="add mod">
          <ac:chgData name="Georgia Jenkins" userId="f9200362-5fbc-470c-af17-006b5c85a3a7" providerId="ADAL" clId="{B9A76D6F-B36F-4392-8A32-90F7C6715AE7}" dt="2024-02-13T21:42:45.875" v="16918" actId="1076"/>
          <ac:spMkLst>
            <pc:docMk/>
            <pc:sldMk cId="803138351" sldId="260"/>
            <ac:spMk id="30" creationId="{D2A807C5-F26E-47A7-8F3E-634F9206D86F}"/>
          </ac:spMkLst>
        </pc:spChg>
        <pc:picChg chg="add mod modCrop">
          <ac:chgData name="Georgia Jenkins" userId="f9200362-5fbc-470c-af17-006b5c85a3a7" providerId="ADAL" clId="{B9A76D6F-B36F-4392-8A32-90F7C6715AE7}" dt="2024-02-13T21:44:05.882" v="16940" actId="1076"/>
          <ac:picMkLst>
            <pc:docMk/>
            <pc:sldMk cId="803138351" sldId="260"/>
            <ac:picMk id="2" creationId="{1223177B-EF53-45E9-B7F4-7179B86429CF}"/>
          </ac:picMkLst>
        </pc:picChg>
        <pc:picChg chg="add del mod modCrop">
          <ac:chgData name="Georgia Jenkins" userId="f9200362-5fbc-470c-af17-006b5c85a3a7" providerId="ADAL" clId="{B9A76D6F-B36F-4392-8A32-90F7C6715AE7}" dt="2024-02-11T22:15:08.253" v="2618" actId="478"/>
          <ac:picMkLst>
            <pc:docMk/>
            <pc:sldMk cId="803138351" sldId="260"/>
            <ac:picMk id="4" creationId="{B676EA4E-5BE9-4CC5-94D9-899B5A49884A}"/>
          </ac:picMkLst>
        </pc:picChg>
        <pc:picChg chg="add del mod modCrop">
          <ac:chgData name="Georgia Jenkins" userId="f9200362-5fbc-470c-af17-006b5c85a3a7" providerId="ADAL" clId="{B9A76D6F-B36F-4392-8A32-90F7C6715AE7}" dt="2024-02-12T22:59:36.117" v="4513" actId="478"/>
          <ac:picMkLst>
            <pc:docMk/>
            <pc:sldMk cId="803138351" sldId="260"/>
            <ac:picMk id="5" creationId="{52F7B248-692A-4A5F-AE82-7EA42A0CF5ED}"/>
          </ac:picMkLst>
        </pc:picChg>
        <pc:picChg chg="add del mod modCrop">
          <ac:chgData name="Georgia Jenkins" userId="f9200362-5fbc-470c-af17-006b5c85a3a7" providerId="ADAL" clId="{B9A76D6F-B36F-4392-8A32-90F7C6715AE7}" dt="2024-02-11T21:38:50.111" v="2550" actId="478"/>
          <ac:picMkLst>
            <pc:docMk/>
            <pc:sldMk cId="803138351" sldId="260"/>
            <ac:picMk id="6" creationId="{A73B6E75-28B8-49F0-AC7C-8ACEF9C550D8}"/>
          </ac:picMkLst>
        </pc:picChg>
        <pc:picChg chg="add del mod modCrop">
          <ac:chgData name="Georgia Jenkins" userId="f9200362-5fbc-470c-af17-006b5c85a3a7" providerId="ADAL" clId="{B9A76D6F-B36F-4392-8A32-90F7C6715AE7}" dt="2024-02-13T21:42:07.044" v="16909" actId="478"/>
          <ac:picMkLst>
            <pc:docMk/>
            <pc:sldMk cId="803138351" sldId="260"/>
            <ac:picMk id="6" creationId="{FAFB27E5-262D-49FF-B20A-76550FA7D333}"/>
          </ac:picMkLst>
        </pc:picChg>
        <pc:picChg chg="add del mod modCrop">
          <ac:chgData name="Georgia Jenkins" userId="f9200362-5fbc-470c-af17-006b5c85a3a7" providerId="ADAL" clId="{B9A76D6F-B36F-4392-8A32-90F7C6715AE7}" dt="2024-02-12T22:57:47.587" v="4474" actId="478"/>
          <ac:picMkLst>
            <pc:docMk/>
            <pc:sldMk cId="803138351" sldId="260"/>
            <ac:picMk id="8" creationId="{C58A5F9B-CF58-44D8-9B71-7B0FE094F981}"/>
          </ac:picMkLst>
        </pc:picChg>
        <pc:picChg chg="add del mod">
          <ac:chgData name="Georgia Jenkins" userId="f9200362-5fbc-470c-af17-006b5c85a3a7" providerId="ADAL" clId="{B9A76D6F-B36F-4392-8A32-90F7C6715AE7}" dt="2024-02-11T21:40:47.134" v="2572"/>
          <ac:picMkLst>
            <pc:docMk/>
            <pc:sldMk cId="803138351" sldId="260"/>
            <ac:picMk id="9" creationId="{63F6C4CA-BEA5-4CC6-B222-A46ACFCE24D5}"/>
          </ac:picMkLst>
        </pc:picChg>
        <pc:picChg chg="add del mod modCrop">
          <ac:chgData name="Georgia Jenkins" userId="f9200362-5fbc-470c-af17-006b5c85a3a7" providerId="ADAL" clId="{B9A76D6F-B36F-4392-8A32-90F7C6715AE7}" dt="2024-02-11T21:41:59.452" v="2596" actId="478"/>
          <ac:picMkLst>
            <pc:docMk/>
            <pc:sldMk cId="803138351" sldId="260"/>
            <ac:picMk id="11" creationId="{65C497AA-738B-4EE6-A2D1-54D114AF861A}"/>
          </ac:picMkLst>
        </pc:picChg>
        <pc:picChg chg="add del mod">
          <ac:chgData name="Georgia Jenkins" userId="f9200362-5fbc-470c-af17-006b5c85a3a7" providerId="ADAL" clId="{B9A76D6F-B36F-4392-8A32-90F7C6715AE7}" dt="2024-02-11T21:42:07.005" v="2600"/>
          <ac:picMkLst>
            <pc:docMk/>
            <pc:sldMk cId="803138351" sldId="260"/>
            <ac:picMk id="12" creationId="{467EC782-56C6-433E-B13C-6482B802DBDB}"/>
          </ac:picMkLst>
        </pc:picChg>
        <pc:picChg chg="add mod ord modCrop">
          <ac:chgData name="Georgia Jenkins" userId="f9200362-5fbc-470c-af17-006b5c85a3a7" providerId="ADAL" clId="{B9A76D6F-B36F-4392-8A32-90F7C6715AE7}" dt="2024-02-13T21:44:17.067" v="16943" actId="167"/>
          <ac:picMkLst>
            <pc:docMk/>
            <pc:sldMk cId="803138351" sldId="260"/>
            <ac:picMk id="12" creationId="{5D7524DE-CE6D-4E14-A7FA-0197BD0A222F}"/>
          </ac:picMkLst>
        </pc:picChg>
        <pc:picChg chg="add del mod ord modCrop">
          <ac:chgData name="Georgia Jenkins" userId="f9200362-5fbc-470c-af17-006b5c85a3a7" providerId="ADAL" clId="{B9A76D6F-B36F-4392-8A32-90F7C6715AE7}" dt="2024-02-13T21:41:35.945" v="16902" actId="478"/>
          <ac:picMkLst>
            <pc:docMk/>
            <pc:sldMk cId="803138351" sldId="260"/>
            <ac:picMk id="14" creationId="{A33285A5-9E60-4DFC-ACF9-BB7F48F29E88}"/>
          </ac:picMkLst>
        </pc:picChg>
        <pc:picChg chg="add del mod modCrop">
          <ac:chgData name="Georgia Jenkins" userId="f9200362-5fbc-470c-af17-006b5c85a3a7" providerId="ADAL" clId="{B9A76D6F-B36F-4392-8A32-90F7C6715AE7}" dt="2024-02-12T22:59:02.368" v="4506" actId="478"/>
          <ac:picMkLst>
            <pc:docMk/>
            <pc:sldMk cId="803138351" sldId="260"/>
            <ac:picMk id="15" creationId="{44B4E454-6E40-4A44-85F3-C7D43DA6F107}"/>
          </ac:picMkLst>
        </pc:picChg>
        <pc:picChg chg="add mod ord">
          <ac:chgData name="Georgia Jenkins" userId="f9200362-5fbc-470c-af17-006b5c85a3a7" providerId="ADAL" clId="{B9A76D6F-B36F-4392-8A32-90F7C6715AE7}" dt="2024-02-13T21:44:38.943" v="16954" actId="1076"/>
          <ac:picMkLst>
            <pc:docMk/>
            <pc:sldMk cId="803138351" sldId="260"/>
            <ac:picMk id="22" creationId="{0E947DD1-A0E0-4289-8390-5E94615418E8}"/>
          </ac:picMkLst>
        </pc:picChg>
        <pc:picChg chg="add del">
          <ac:chgData name="Georgia Jenkins" userId="f9200362-5fbc-470c-af17-006b5c85a3a7" providerId="ADAL" clId="{B9A76D6F-B36F-4392-8A32-90F7C6715AE7}" dt="2024-02-13T15:06:06.479" v="9147"/>
          <ac:picMkLst>
            <pc:docMk/>
            <pc:sldMk cId="803138351" sldId="260"/>
            <ac:picMk id="28" creationId="{FE363675-0408-4AEA-B3E4-7C3A1E80DAFF}"/>
          </ac:picMkLst>
        </pc:picChg>
        <pc:cxnChg chg="add del mod">
          <ac:chgData name="Georgia Jenkins" userId="f9200362-5fbc-470c-af17-006b5c85a3a7" providerId="ADAL" clId="{B9A76D6F-B36F-4392-8A32-90F7C6715AE7}" dt="2024-02-13T15:03:55.460" v="9107" actId="478"/>
          <ac:cxnSpMkLst>
            <pc:docMk/>
            <pc:sldMk cId="803138351" sldId="260"/>
            <ac:cxnSpMk id="19" creationId="{6564AB82-03BB-4087-98A7-386740BB68B4}"/>
          </ac:cxnSpMkLst>
        </pc:cxnChg>
      </pc:sldChg>
      <pc:sldChg chg="addSp delSp modSp add delAnim modAnim modNotesTx">
        <pc:chgData name="Georgia Jenkins" userId="f9200362-5fbc-470c-af17-006b5c85a3a7" providerId="ADAL" clId="{B9A76D6F-B36F-4392-8A32-90F7C6715AE7}" dt="2024-02-13T21:47:46.221" v="17057" actId="20577"/>
        <pc:sldMkLst>
          <pc:docMk/>
          <pc:sldMk cId="2914667612" sldId="261"/>
        </pc:sldMkLst>
        <pc:spChg chg="mod">
          <ac:chgData name="Georgia Jenkins" userId="f9200362-5fbc-470c-af17-006b5c85a3a7" providerId="ADAL" clId="{B9A76D6F-B36F-4392-8A32-90F7C6715AE7}" dt="2024-02-13T16:45:57.851" v="12370" actId="27636"/>
          <ac:spMkLst>
            <pc:docMk/>
            <pc:sldMk cId="2914667612" sldId="261"/>
            <ac:spMk id="2" creationId="{0902C2B5-2AA5-408B-A9AC-CD7567A3420C}"/>
          </ac:spMkLst>
        </pc:spChg>
        <pc:spChg chg="mod">
          <ac:chgData name="Georgia Jenkins" userId="f9200362-5fbc-470c-af17-006b5c85a3a7" providerId="ADAL" clId="{B9A76D6F-B36F-4392-8A32-90F7C6715AE7}" dt="2024-02-13T16:53:32.595" v="12729" actId="404"/>
          <ac:spMkLst>
            <pc:docMk/>
            <pc:sldMk cId="2914667612" sldId="261"/>
            <ac:spMk id="3" creationId="{A7EC9218-A539-40FF-BCF8-F1CB3C58AC0F}"/>
          </ac:spMkLst>
        </pc:spChg>
        <pc:spChg chg="add del mod">
          <ac:chgData name="Georgia Jenkins" userId="f9200362-5fbc-470c-af17-006b5c85a3a7" providerId="ADAL" clId="{B9A76D6F-B36F-4392-8A32-90F7C6715AE7}" dt="2024-02-13T16:45:57.807" v="12367"/>
          <ac:spMkLst>
            <pc:docMk/>
            <pc:sldMk cId="2914667612" sldId="261"/>
            <ac:spMk id="4" creationId="{B8F8A3FA-7EC2-4D58-B5DE-EC5EA847797A}"/>
          </ac:spMkLst>
        </pc:spChg>
        <pc:spChg chg="add del mod">
          <ac:chgData name="Georgia Jenkins" userId="f9200362-5fbc-470c-af17-006b5c85a3a7" providerId="ADAL" clId="{B9A76D6F-B36F-4392-8A32-90F7C6715AE7}" dt="2024-02-13T16:51:58.878" v="12715"/>
          <ac:spMkLst>
            <pc:docMk/>
            <pc:sldMk cId="2914667612" sldId="261"/>
            <ac:spMk id="5" creationId="{B2065180-B644-461B-B9FA-BCA24C7C76A5}"/>
          </ac:spMkLst>
        </pc:spChg>
        <pc:spChg chg="add del mod">
          <ac:chgData name="Georgia Jenkins" userId="f9200362-5fbc-470c-af17-006b5c85a3a7" providerId="ADAL" clId="{B9A76D6F-B36F-4392-8A32-90F7C6715AE7}" dt="2024-02-13T16:52:26.914" v="12722" actId="478"/>
          <ac:spMkLst>
            <pc:docMk/>
            <pc:sldMk cId="2914667612" sldId="261"/>
            <ac:spMk id="8" creationId="{DA57EB30-2932-47B1-9029-A9BD85363E3E}"/>
          </ac:spMkLst>
        </pc:spChg>
        <pc:spChg chg="add del mod">
          <ac:chgData name="Georgia Jenkins" userId="f9200362-5fbc-470c-af17-006b5c85a3a7" providerId="ADAL" clId="{B9A76D6F-B36F-4392-8A32-90F7C6715AE7}" dt="2024-02-13T15:42:53.291" v="12003" actId="478"/>
          <ac:spMkLst>
            <pc:docMk/>
            <pc:sldMk cId="2914667612" sldId="261"/>
            <ac:spMk id="13" creationId="{C720A9B8-8BF7-4C57-87D2-A0DE1868C6D7}"/>
          </ac:spMkLst>
        </pc:spChg>
        <pc:spChg chg="add del mod">
          <ac:chgData name="Georgia Jenkins" userId="f9200362-5fbc-470c-af17-006b5c85a3a7" providerId="ADAL" clId="{B9A76D6F-B36F-4392-8A32-90F7C6715AE7}" dt="2024-02-13T15:31:32.873" v="11224" actId="767"/>
          <ac:spMkLst>
            <pc:docMk/>
            <pc:sldMk cId="2914667612" sldId="261"/>
            <ac:spMk id="14" creationId="{344B8297-BD47-4D04-B198-42474EC3086F}"/>
          </ac:spMkLst>
        </pc:spChg>
        <pc:spChg chg="add del mod">
          <ac:chgData name="Georgia Jenkins" userId="f9200362-5fbc-470c-af17-006b5c85a3a7" providerId="ADAL" clId="{B9A76D6F-B36F-4392-8A32-90F7C6715AE7}" dt="2024-02-13T16:47:15.109" v="12449" actId="478"/>
          <ac:spMkLst>
            <pc:docMk/>
            <pc:sldMk cId="2914667612" sldId="261"/>
            <ac:spMk id="16" creationId="{02573F23-2808-4ADC-9235-A71000F263AB}"/>
          </ac:spMkLst>
        </pc:spChg>
        <pc:spChg chg="add del mod">
          <ac:chgData name="Georgia Jenkins" userId="f9200362-5fbc-470c-af17-006b5c85a3a7" providerId="ADAL" clId="{B9A76D6F-B36F-4392-8A32-90F7C6715AE7}" dt="2024-02-13T16:47:12.930" v="12448" actId="478"/>
          <ac:spMkLst>
            <pc:docMk/>
            <pc:sldMk cId="2914667612" sldId="261"/>
            <ac:spMk id="17" creationId="{0C7CA2A4-F192-4A1C-B0A0-E73107D50CCD}"/>
          </ac:spMkLst>
        </pc:spChg>
        <pc:spChg chg="add del mod">
          <ac:chgData name="Georgia Jenkins" userId="f9200362-5fbc-470c-af17-006b5c85a3a7" providerId="ADAL" clId="{B9A76D6F-B36F-4392-8A32-90F7C6715AE7}" dt="2024-02-13T15:39:15.626" v="11650"/>
          <ac:spMkLst>
            <pc:docMk/>
            <pc:sldMk cId="2914667612" sldId="261"/>
            <ac:spMk id="18" creationId="{1BA14203-59FC-4A15-ABDB-F336CCADD1E8}"/>
          </ac:spMkLst>
        </pc:spChg>
        <pc:spChg chg="add mod">
          <ac:chgData name="Georgia Jenkins" userId="f9200362-5fbc-470c-af17-006b5c85a3a7" providerId="ADAL" clId="{B9A76D6F-B36F-4392-8A32-90F7C6715AE7}" dt="2024-02-13T16:56:02.805" v="12770" actId="14100"/>
          <ac:spMkLst>
            <pc:docMk/>
            <pc:sldMk cId="2914667612" sldId="261"/>
            <ac:spMk id="18" creationId="{85788B51-5293-4D98-A464-672205BAAD89}"/>
          </ac:spMkLst>
        </pc:spChg>
        <pc:spChg chg="add mod">
          <ac:chgData name="Georgia Jenkins" userId="f9200362-5fbc-470c-af17-006b5c85a3a7" providerId="ADAL" clId="{B9A76D6F-B36F-4392-8A32-90F7C6715AE7}" dt="2024-02-13T16:56:53.002" v="12778" actId="14100"/>
          <ac:spMkLst>
            <pc:docMk/>
            <pc:sldMk cId="2914667612" sldId="261"/>
            <ac:spMk id="22" creationId="{50A2EDC3-F5A0-435D-8370-78DAFFDEC789}"/>
          </ac:spMkLst>
        </pc:spChg>
        <pc:spChg chg="add mod">
          <ac:chgData name="Georgia Jenkins" userId="f9200362-5fbc-470c-af17-006b5c85a3a7" providerId="ADAL" clId="{B9A76D6F-B36F-4392-8A32-90F7C6715AE7}" dt="2024-02-13T16:57:11.115" v="12783" actId="1076"/>
          <ac:spMkLst>
            <pc:docMk/>
            <pc:sldMk cId="2914667612" sldId="261"/>
            <ac:spMk id="23" creationId="{221D2565-0AC1-4970-8722-F785A2C2302C}"/>
          </ac:spMkLst>
        </pc:spChg>
        <pc:picChg chg="add del mod">
          <ac:chgData name="Georgia Jenkins" userId="f9200362-5fbc-470c-af17-006b5c85a3a7" providerId="ADAL" clId="{B9A76D6F-B36F-4392-8A32-90F7C6715AE7}" dt="2024-02-13T00:55:47.168" v="6008" actId="478"/>
          <ac:picMkLst>
            <pc:docMk/>
            <pc:sldMk cId="2914667612" sldId="261"/>
            <ac:picMk id="4" creationId="{2E4CB079-2D97-4F91-AC66-07D8F54571D5}"/>
          </ac:picMkLst>
        </pc:picChg>
        <pc:picChg chg="add del mod">
          <ac:chgData name="Georgia Jenkins" userId="f9200362-5fbc-470c-af17-006b5c85a3a7" providerId="ADAL" clId="{B9A76D6F-B36F-4392-8A32-90F7C6715AE7}" dt="2024-02-13T00:45:31.768" v="5994" actId="478"/>
          <ac:picMkLst>
            <pc:docMk/>
            <pc:sldMk cId="2914667612" sldId="261"/>
            <ac:picMk id="5" creationId="{8769550A-EEF9-4B20-930A-BAAE4999DA19}"/>
          </ac:picMkLst>
        </pc:picChg>
        <pc:picChg chg="add del mod">
          <ac:chgData name="Georgia Jenkins" userId="f9200362-5fbc-470c-af17-006b5c85a3a7" providerId="ADAL" clId="{B9A76D6F-B36F-4392-8A32-90F7C6715AE7}" dt="2024-02-13T16:42:47.445" v="12244" actId="478"/>
          <ac:picMkLst>
            <pc:docMk/>
            <pc:sldMk cId="2914667612" sldId="261"/>
            <ac:picMk id="6" creationId="{87CC0B80-137D-443B-8CEE-CE2EEEA8852E}"/>
          </ac:picMkLst>
        </pc:picChg>
        <pc:picChg chg="add del mod">
          <ac:chgData name="Georgia Jenkins" userId="f9200362-5fbc-470c-af17-006b5c85a3a7" providerId="ADAL" clId="{B9A76D6F-B36F-4392-8A32-90F7C6715AE7}" dt="2024-02-13T16:45:05.600" v="12358" actId="478"/>
          <ac:picMkLst>
            <pc:docMk/>
            <pc:sldMk cId="2914667612" sldId="261"/>
            <ac:picMk id="7" creationId="{F8DA9187-6552-414E-811B-CC32C7DA5A34}"/>
          </ac:picMkLst>
        </pc:picChg>
        <pc:picChg chg="add mod">
          <ac:chgData name="Georgia Jenkins" userId="f9200362-5fbc-470c-af17-006b5c85a3a7" providerId="ADAL" clId="{B9A76D6F-B36F-4392-8A32-90F7C6715AE7}" dt="2024-02-13T16:54:13.661" v="12754" actId="1582"/>
          <ac:picMkLst>
            <pc:docMk/>
            <pc:sldMk cId="2914667612" sldId="261"/>
            <ac:picMk id="9" creationId="{C2937370-D113-4F10-9F5B-9B691D809685}"/>
          </ac:picMkLst>
        </pc:picChg>
        <pc:picChg chg="add del mod">
          <ac:chgData name="Georgia Jenkins" userId="f9200362-5fbc-470c-af17-006b5c85a3a7" providerId="ADAL" clId="{B9A76D6F-B36F-4392-8A32-90F7C6715AE7}" dt="2024-02-13T16:42:37.843" v="12235" actId="478"/>
          <ac:picMkLst>
            <pc:docMk/>
            <pc:sldMk cId="2914667612" sldId="261"/>
            <ac:picMk id="11" creationId="{58339270-D507-4777-8113-897E62A3366D}"/>
          </ac:picMkLst>
        </pc:picChg>
        <pc:picChg chg="add del mod">
          <ac:chgData name="Georgia Jenkins" userId="f9200362-5fbc-470c-af17-006b5c85a3a7" providerId="ADAL" clId="{B9A76D6F-B36F-4392-8A32-90F7C6715AE7}" dt="2024-02-13T15:31:05.606" v="11202" actId="478"/>
          <ac:picMkLst>
            <pc:docMk/>
            <pc:sldMk cId="2914667612" sldId="261"/>
            <ac:picMk id="12" creationId="{D0DB9F4E-7FF3-4EBB-9638-A1073CA72E3E}"/>
          </ac:picMkLst>
        </pc:picChg>
        <pc:picChg chg="add del mod">
          <ac:chgData name="Georgia Jenkins" userId="f9200362-5fbc-470c-af17-006b5c85a3a7" providerId="ADAL" clId="{B9A76D6F-B36F-4392-8A32-90F7C6715AE7}" dt="2024-02-13T15:42:54.201" v="12004" actId="478"/>
          <ac:picMkLst>
            <pc:docMk/>
            <pc:sldMk cId="2914667612" sldId="261"/>
            <ac:picMk id="15" creationId="{68239EDE-5C92-4472-A39C-978EF45A0F73}"/>
          </ac:picMkLst>
        </pc:picChg>
        <pc:picChg chg="add mod">
          <ac:chgData name="Georgia Jenkins" userId="f9200362-5fbc-470c-af17-006b5c85a3a7" providerId="ADAL" clId="{B9A76D6F-B36F-4392-8A32-90F7C6715AE7}" dt="2024-02-13T16:53:44.821" v="12743" actId="1037"/>
          <ac:picMkLst>
            <pc:docMk/>
            <pc:sldMk cId="2914667612" sldId="261"/>
            <ac:picMk id="15" creationId="{A53994F4-B59D-493A-BF82-1BF43857E8BC}"/>
          </ac:picMkLst>
        </pc:picChg>
        <pc:picChg chg="add mod">
          <ac:chgData name="Georgia Jenkins" userId="f9200362-5fbc-470c-af17-006b5c85a3a7" providerId="ADAL" clId="{B9A76D6F-B36F-4392-8A32-90F7C6715AE7}" dt="2024-02-13T16:53:44.821" v="12743" actId="1037"/>
          <ac:picMkLst>
            <pc:docMk/>
            <pc:sldMk cId="2914667612" sldId="261"/>
            <ac:picMk id="19" creationId="{5C8D4F59-0C8E-49D6-B0DC-4646B7418C74}"/>
          </ac:picMkLst>
        </pc:picChg>
        <pc:picChg chg="add mod">
          <ac:chgData name="Georgia Jenkins" userId="f9200362-5fbc-470c-af17-006b5c85a3a7" providerId="ADAL" clId="{B9A76D6F-B36F-4392-8A32-90F7C6715AE7}" dt="2024-02-13T16:55:33.623" v="12764" actId="1076"/>
          <ac:picMkLst>
            <pc:docMk/>
            <pc:sldMk cId="2914667612" sldId="261"/>
            <ac:picMk id="20" creationId="{89398D31-1D47-4BFC-B600-A2892EB7FE8F}"/>
          </ac:picMkLst>
        </pc:picChg>
        <pc:picChg chg="add mod modCrop">
          <ac:chgData name="Georgia Jenkins" userId="f9200362-5fbc-470c-af17-006b5c85a3a7" providerId="ADAL" clId="{B9A76D6F-B36F-4392-8A32-90F7C6715AE7}" dt="2024-02-13T16:55:10.606" v="12759" actId="1076"/>
          <ac:picMkLst>
            <pc:docMk/>
            <pc:sldMk cId="2914667612" sldId="261"/>
            <ac:picMk id="21" creationId="{FD12FAFB-98AC-4539-A061-74800C03E6ED}"/>
          </ac:picMkLst>
        </pc:picChg>
      </pc:sldChg>
      <pc:sldChg chg="addSp delSp modSp add del">
        <pc:chgData name="Georgia Jenkins" userId="f9200362-5fbc-470c-af17-006b5c85a3a7" providerId="ADAL" clId="{B9A76D6F-B36F-4392-8A32-90F7C6715AE7}" dt="2024-02-13T01:15:07.880" v="6395" actId="2696"/>
        <pc:sldMkLst>
          <pc:docMk/>
          <pc:sldMk cId="1031399902" sldId="262"/>
        </pc:sldMkLst>
        <pc:spChg chg="add del mod ord">
          <ac:chgData name="Georgia Jenkins" userId="f9200362-5fbc-470c-af17-006b5c85a3a7" providerId="ADAL" clId="{B9A76D6F-B36F-4392-8A32-90F7C6715AE7}" dt="2024-02-13T00:35:35.709" v="5782" actId="20577"/>
          <ac:spMkLst>
            <pc:docMk/>
            <pc:sldMk cId="1031399902" sldId="262"/>
            <ac:spMk id="2" creationId="{6DB46BB9-77EC-4723-949C-A60EC6D50EC4}"/>
          </ac:spMkLst>
        </pc:spChg>
        <pc:spChg chg="del">
          <ac:chgData name="Georgia Jenkins" userId="f9200362-5fbc-470c-af17-006b5c85a3a7" providerId="ADAL" clId="{B9A76D6F-B36F-4392-8A32-90F7C6715AE7}" dt="2024-02-12T22:28:07.302" v="2718"/>
          <ac:spMkLst>
            <pc:docMk/>
            <pc:sldMk cId="1031399902" sldId="262"/>
            <ac:spMk id="3" creationId="{F8B7224E-A661-4ACB-8940-05D2A1D1A591}"/>
          </ac:spMkLst>
        </pc:spChg>
        <pc:spChg chg="add del">
          <ac:chgData name="Georgia Jenkins" userId="f9200362-5fbc-470c-af17-006b5c85a3a7" providerId="ADAL" clId="{B9A76D6F-B36F-4392-8A32-90F7C6715AE7}" dt="2024-02-12T22:17:09.041" v="2715"/>
          <ac:spMkLst>
            <pc:docMk/>
            <pc:sldMk cId="1031399902" sldId="262"/>
            <ac:spMk id="4" creationId="{98A169E9-8A1C-4093-B26E-E4CB2C261676}"/>
          </ac:spMkLst>
        </pc:spChg>
        <pc:spChg chg="add del mod">
          <ac:chgData name="Georgia Jenkins" userId="f9200362-5fbc-470c-af17-006b5c85a3a7" providerId="ADAL" clId="{B9A76D6F-B36F-4392-8A32-90F7C6715AE7}" dt="2024-02-12T22:30:06.793" v="2724"/>
          <ac:spMkLst>
            <pc:docMk/>
            <pc:sldMk cId="1031399902" sldId="262"/>
            <ac:spMk id="9" creationId="{886F0C3D-5856-42CC-B605-6D99C728A6FC}"/>
          </ac:spMkLst>
        </pc:spChg>
        <pc:spChg chg="add del mod">
          <ac:chgData name="Georgia Jenkins" userId="f9200362-5fbc-470c-af17-006b5c85a3a7" providerId="ADAL" clId="{B9A76D6F-B36F-4392-8A32-90F7C6715AE7}" dt="2024-02-13T00:27:07.931" v="5440"/>
          <ac:spMkLst>
            <pc:docMk/>
            <pc:sldMk cId="1031399902" sldId="262"/>
            <ac:spMk id="13" creationId="{E497BBDB-112D-4443-AAA0-1CA6A812ADE7}"/>
          </ac:spMkLst>
        </pc:spChg>
        <pc:spChg chg="add del">
          <ac:chgData name="Georgia Jenkins" userId="f9200362-5fbc-470c-af17-006b5c85a3a7" providerId="ADAL" clId="{B9A76D6F-B36F-4392-8A32-90F7C6715AE7}" dt="2024-02-12T22:34:59.588" v="2753"/>
          <ac:spMkLst>
            <pc:docMk/>
            <pc:sldMk cId="1031399902" sldId="262"/>
            <ac:spMk id="14" creationId="{7B937833-AAB3-494F-AA1F-AC9BB1F75A5F}"/>
          </ac:spMkLst>
        </pc:spChg>
        <pc:spChg chg="add del mod">
          <ac:chgData name="Georgia Jenkins" userId="f9200362-5fbc-470c-af17-006b5c85a3a7" providerId="ADAL" clId="{B9A76D6F-B36F-4392-8A32-90F7C6715AE7}" dt="2024-02-13T00:27:20.539" v="5446" actId="478"/>
          <ac:spMkLst>
            <pc:docMk/>
            <pc:sldMk cId="1031399902" sldId="262"/>
            <ac:spMk id="16" creationId="{41FD6452-F4FA-493B-9D1C-A9FC3954932A}"/>
          </ac:spMkLst>
        </pc:spChg>
        <pc:spChg chg="add del mod">
          <ac:chgData name="Georgia Jenkins" userId="f9200362-5fbc-470c-af17-006b5c85a3a7" providerId="ADAL" clId="{B9A76D6F-B36F-4392-8A32-90F7C6715AE7}" dt="2024-02-13T00:37:28.817" v="5993" actId="20577"/>
          <ac:spMkLst>
            <pc:docMk/>
            <pc:sldMk cId="1031399902" sldId="262"/>
            <ac:spMk id="17" creationId="{281DBB13-418A-4401-AC2A-6D22A9C455BB}"/>
          </ac:spMkLst>
        </pc:spChg>
        <pc:spChg chg="add del">
          <ac:chgData name="Georgia Jenkins" userId="f9200362-5fbc-470c-af17-006b5c85a3a7" providerId="ADAL" clId="{B9A76D6F-B36F-4392-8A32-90F7C6715AE7}" dt="2024-02-13T00:28:23.156" v="5453"/>
          <ac:spMkLst>
            <pc:docMk/>
            <pc:sldMk cId="1031399902" sldId="262"/>
            <ac:spMk id="20" creationId="{966646C5-8595-4D1C-929C-C130A31A67CE}"/>
          </ac:spMkLst>
        </pc:spChg>
        <pc:spChg chg="add del mod">
          <ac:chgData name="Georgia Jenkins" userId="f9200362-5fbc-470c-af17-006b5c85a3a7" providerId="ADAL" clId="{B9A76D6F-B36F-4392-8A32-90F7C6715AE7}" dt="2024-02-13T00:35:23.758" v="5748"/>
          <ac:spMkLst>
            <pc:docMk/>
            <pc:sldMk cId="1031399902" sldId="262"/>
            <ac:spMk id="23" creationId="{8F40D127-E703-4E16-84E5-856FE344C43D}"/>
          </ac:spMkLst>
        </pc:spChg>
        <pc:spChg chg="add del mod">
          <ac:chgData name="Georgia Jenkins" userId="f9200362-5fbc-470c-af17-006b5c85a3a7" providerId="ADAL" clId="{B9A76D6F-B36F-4392-8A32-90F7C6715AE7}" dt="2024-02-13T00:35:23.758" v="5748"/>
          <ac:spMkLst>
            <pc:docMk/>
            <pc:sldMk cId="1031399902" sldId="262"/>
            <ac:spMk id="24" creationId="{290BC1A4-34AE-4FAE-AD06-250E8C0A1E76}"/>
          </ac:spMkLst>
        </pc:spChg>
        <pc:picChg chg="add del">
          <ac:chgData name="Georgia Jenkins" userId="f9200362-5fbc-470c-af17-006b5c85a3a7" providerId="ADAL" clId="{B9A76D6F-B36F-4392-8A32-90F7C6715AE7}" dt="2024-02-12T22:17:41.968" v="2717" actId="478"/>
          <ac:picMkLst>
            <pc:docMk/>
            <pc:sldMk cId="1031399902" sldId="262"/>
            <ac:picMk id="5" creationId="{BD1AAE20-A86E-41AC-AE36-E25E2F5EE468}"/>
          </ac:picMkLst>
        </pc:picChg>
        <pc:picChg chg="add del mod">
          <ac:chgData name="Georgia Jenkins" userId="f9200362-5fbc-470c-af17-006b5c85a3a7" providerId="ADAL" clId="{B9A76D6F-B36F-4392-8A32-90F7C6715AE7}" dt="2024-02-12T22:29:35.265" v="2722" actId="478"/>
          <ac:picMkLst>
            <pc:docMk/>
            <pc:sldMk cId="1031399902" sldId="262"/>
            <ac:picMk id="6" creationId="{E983BEFD-3177-4F57-8F58-44258B0FD020}"/>
          </ac:picMkLst>
        </pc:picChg>
        <pc:picChg chg="add del mod">
          <ac:chgData name="Georgia Jenkins" userId="f9200362-5fbc-470c-af17-006b5c85a3a7" providerId="ADAL" clId="{B9A76D6F-B36F-4392-8A32-90F7C6715AE7}" dt="2024-02-12T22:29:36.763" v="2723" actId="478"/>
          <ac:picMkLst>
            <pc:docMk/>
            <pc:sldMk cId="1031399902" sldId="262"/>
            <ac:picMk id="7" creationId="{A31C0F31-A1FC-41BF-B0D0-0085360F0574}"/>
          </ac:picMkLst>
        </pc:picChg>
        <pc:picChg chg="add del mod">
          <ac:chgData name="Georgia Jenkins" userId="f9200362-5fbc-470c-af17-006b5c85a3a7" providerId="ADAL" clId="{B9A76D6F-B36F-4392-8A32-90F7C6715AE7}" dt="2024-02-12T22:34:57.098" v="2749" actId="478"/>
          <ac:picMkLst>
            <pc:docMk/>
            <pc:sldMk cId="1031399902" sldId="262"/>
            <ac:picMk id="10" creationId="{2F30541B-86BA-4EF4-A038-23E05334E816}"/>
          </ac:picMkLst>
        </pc:picChg>
        <pc:picChg chg="add del mod">
          <ac:chgData name="Georgia Jenkins" userId="f9200362-5fbc-470c-af17-006b5c85a3a7" providerId="ADAL" clId="{B9A76D6F-B36F-4392-8A32-90F7C6715AE7}" dt="2024-02-12T22:34:56.339" v="2748" actId="478"/>
          <ac:picMkLst>
            <pc:docMk/>
            <pc:sldMk cId="1031399902" sldId="262"/>
            <ac:picMk id="11" creationId="{74EC0AFC-6DE6-48FC-A936-8260B8E274B5}"/>
          </ac:picMkLst>
        </pc:picChg>
        <pc:picChg chg="add del mod">
          <ac:chgData name="Georgia Jenkins" userId="f9200362-5fbc-470c-af17-006b5c85a3a7" providerId="ADAL" clId="{B9A76D6F-B36F-4392-8A32-90F7C6715AE7}" dt="2024-02-13T00:27:09.659" v="5441"/>
          <ac:picMkLst>
            <pc:docMk/>
            <pc:sldMk cId="1031399902" sldId="262"/>
            <ac:picMk id="15" creationId="{1C0585D9-ABDF-4B02-945E-3B0D580E942D}"/>
          </ac:picMkLst>
        </pc:picChg>
        <pc:picChg chg="add del mod">
          <ac:chgData name="Georgia Jenkins" userId="f9200362-5fbc-470c-af17-006b5c85a3a7" providerId="ADAL" clId="{B9A76D6F-B36F-4392-8A32-90F7C6715AE7}" dt="2024-02-13T00:27:17.958" v="5445"/>
          <ac:picMkLst>
            <pc:docMk/>
            <pc:sldMk cId="1031399902" sldId="262"/>
            <ac:picMk id="18" creationId="{971600BB-2DC6-437C-906E-DC97BDEADA19}"/>
          </ac:picMkLst>
        </pc:picChg>
        <pc:picChg chg="add del mod">
          <ac:chgData name="Georgia Jenkins" userId="f9200362-5fbc-470c-af17-006b5c85a3a7" providerId="ADAL" clId="{B9A76D6F-B36F-4392-8A32-90F7C6715AE7}" dt="2024-02-13T00:28:21.362" v="5449" actId="478"/>
          <ac:picMkLst>
            <pc:docMk/>
            <pc:sldMk cId="1031399902" sldId="262"/>
            <ac:picMk id="19" creationId="{FBDA14DA-F0AB-4844-B3F5-38641C8AD0AB}"/>
          </ac:picMkLst>
        </pc:picChg>
        <pc:picChg chg="add mod">
          <ac:chgData name="Georgia Jenkins" userId="f9200362-5fbc-470c-af17-006b5c85a3a7" providerId="ADAL" clId="{B9A76D6F-B36F-4392-8A32-90F7C6715AE7}" dt="2024-02-13T00:35:23.426" v="5747" actId="1076"/>
          <ac:picMkLst>
            <pc:docMk/>
            <pc:sldMk cId="1031399902" sldId="262"/>
            <ac:picMk id="21" creationId="{A18BBEEB-9E8D-4967-BEE6-61CDFA102D79}"/>
          </ac:picMkLst>
        </pc:picChg>
        <pc:picChg chg="add del mod">
          <ac:chgData name="Georgia Jenkins" userId="f9200362-5fbc-470c-af17-006b5c85a3a7" providerId="ADAL" clId="{B9A76D6F-B36F-4392-8A32-90F7C6715AE7}" dt="2024-02-13T00:33:34.968" v="5652" actId="478"/>
          <ac:picMkLst>
            <pc:docMk/>
            <pc:sldMk cId="1031399902" sldId="262"/>
            <ac:picMk id="22" creationId="{C2D84A5B-C7DF-4EC1-A5A3-B77372294BD0}"/>
          </ac:picMkLst>
        </pc:picChg>
      </pc:sldChg>
      <pc:sldChg chg="addSp delSp modSp add modAnim modNotesTx">
        <pc:chgData name="Georgia Jenkins" userId="f9200362-5fbc-470c-af17-006b5c85a3a7" providerId="ADAL" clId="{B9A76D6F-B36F-4392-8A32-90F7C6715AE7}" dt="2024-02-13T21:50:29.578" v="17199" actId="20577"/>
        <pc:sldMkLst>
          <pc:docMk/>
          <pc:sldMk cId="3807454451" sldId="263"/>
        </pc:sldMkLst>
        <pc:spChg chg="mod">
          <ac:chgData name="Georgia Jenkins" userId="f9200362-5fbc-470c-af17-006b5c85a3a7" providerId="ADAL" clId="{B9A76D6F-B36F-4392-8A32-90F7C6715AE7}" dt="2024-02-13T02:03:23.905" v="9034" actId="404"/>
          <ac:spMkLst>
            <pc:docMk/>
            <pc:sldMk cId="3807454451" sldId="263"/>
            <ac:spMk id="2" creationId="{8D5C8205-448F-4C54-9AEA-9245B5B91088}"/>
          </ac:spMkLst>
        </pc:spChg>
        <pc:spChg chg="del mod ord">
          <ac:chgData name="Georgia Jenkins" userId="f9200362-5fbc-470c-af17-006b5c85a3a7" providerId="ADAL" clId="{B9A76D6F-B36F-4392-8A32-90F7C6715AE7}" dt="2024-02-13T01:51:20.204" v="8741"/>
          <ac:spMkLst>
            <pc:docMk/>
            <pc:sldMk cId="3807454451" sldId="263"/>
            <ac:spMk id="3" creationId="{DA91ADB4-6D6D-421D-A7DF-12F2570D02D0}"/>
          </ac:spMkLst>
        </pc:spChg>
        <pc:spChg chg="add del mod">
          <ac:chgData name="Georgia Jenkins" userId="f9200362-5fbc-470c-af17-006b5c85a3a7" providerId="ADAL" clId="{B9A76D6F-B36F-4392-8A32-90F7C6715AE7}" dt="2024-02-13T17:32:12.852" v="16025" actId="478"/>
          <ac:spMkLst>
            <pc:docMk/>
            <pc:sldMk cId="3807454451" sldId="263"/>
            <ac:spMk id="4" creationId="{08B9145E-DDA7-4661-84AD-16F804374656}"/>
          </ac:spMkLst>
        </pc:spChg>
        <pc:spChg chg="add mod">
          <ac:chgData name="Georgia Jenkins" userId="f9200362-5fbc-470c-af17-006b5c85a3a7" providerId="ADAL" clId="{B9A76D6F-B36F-4392-8A32-90F7C6715AE7}" dt="2024-02-13T17:32:26.320" v="16028"/>
          <ac:spMkLst>
            <pc:docMk/>
            <pc:sldMk cId="3807454451" sldId="263"/>
            <ac:spMk id="5" creationId="{208E1420-CB63-4A07-B7DA-B7C4B0C715DA}"/>
          </ac:spMkLst>
        </pc:spChg>
        <pc:spChg chg="add del mod">
          <ac:chgData name="Georgia Jenkins" userId="f9200362-5fbc-470c-af17-006b5c85a3a7" providerId="ADAL" clId="{B9A76D6F-B36F-4392-8A32-90F7C6715AE7}" dt="2024-02-13T17:43:58.415" v="16617" actId="478"/>
          <ac:spMkLst>
            <pc:docMk/>
            <pc:sldMk cId="3807454451" sldId="263"/>
            <ac:spMk id="7" creationId="{1C365B8B-5B49-431D-BD60-F83D1BE94AF4}"/>
          </ac:spMkLst>
        </pc:spChg>
        <pc:spChg chg="add del mod">
          <ac:chgData name="Georgia Jenkins" userId="f9200362-5fbc-470c-af17-006b5c85a3a7" providerId="ADAL" clId="{B9A76D6F-B36F-4392-8A32-90F7C6715AE7}" dt="2024-02-13T01:51:20.204" v="8741"/>
          <ac:spMkLst>
            <pc:docMk/>
            <pc:sldMk cId="3807454451" sldId="263"/>
            <ac:spMk id="7" creationId="{86A90708-5621-4364-8E5B-AF1B1A0E2EE0}"/>
          </ac:spMkLst>
        </pc:spChg>
        <pc:spChg chg="add del mod">
          <ac:chgData name="Georgia Jenkins" userId="f9200362-5fbc-470c-af17-006b5c85a3a7" providerId="ADAL" clId="{B9A76D6F-B36F-4392-8A32-90F7C6715AE7}" dt="2024-02-13T17:32:08.991" v="16024" actId="478"/>
          <ac:spMkLst>
            <pc:docMk/>
            <pc:sldMk cId="3807454451" sldId="263"/>
            <ac:spMk id="8" creationId="{ACB7C58F-08B6-426D-B83F-34B11D1AE78D}"/>
          </ac:spMkLst>
        </pc:spChg>
        <pc:spChg chg="add del mod">
          <ac:chgData name="Georgia Jenkins" userId="f9200362-5fbc-470c-af17-006b5c85a3a7" providerId="ADAL" clId="{B9A76D6F-B36F-4392-8A32-90F7C6715AE7}" dt="2024-02-13T17:32:26.320" v="16028"/>
          <ac:spMkLst>
            <pc:docMk/>
            <pc:sldMk cId="3807454451" sldId="263"/>
            <ac:spMk id="9" creationId="{4D87A581-A6D8-4ACE-AD0A-129B9BAA253D}"/>
          </ac:spMkLst>
        </pc:spChg>
        <pc:spChg chg="add del mod">
          <ac:chgData name="Georgia Jenkins" userId="f9200362-5fbc-470c-af17-006b5c85a3a7" providerId="ADAL" clId="{B9A76D6F-B36F-4392-8A32-90F7C6715AE7}" dt="2024-02-13T17:02:24.353" v="13029" actId="478"/>
          <ac:spMkLst>
            <pc:docMk/>
            <pc:sldMk cId="3807454451" sldId="263"/>
            <ac:spMk id="10" creationId="{1E19E9FA-C21E-4A17-9D2C-92867468F831}"/>
          </ac:spMkLst>
        </pc:spChg>
        <pc:spChg chg="add del mod">
          <ac:chgData name="Georgia Jenkins" userId="f9200362-5fbc-470c-af17-006b5c85a3a7" providerId="ADAL" clId="{B9A76D6F-B36F-4392-8A32-90F7C6715AE7}" dt="2024-02-13T17:02:29.066" v="13031" actId="478"/>
          <ac:spMkLst>
            <pc:docMk/>
            <pc:sldMk cId="3807454451" sldId="263"/>
            <ac:spMk id="11" creationId="{B6F5E799-BDD0-4FB8-9866-FF51A8D5B5B2}"/>
          </ac:spMkLst>
        </pc:spChg>
        <pc:spChg chg="add mod">
          <ac:chgData name="Georgia Jenkins" userId="f9200362-5fbc-470c-af17-006b5c85a3a7" providerId="ADAL" clId="{B9A76D6F-B36F-4392-8A32-90F7C6715AE7}" dt="2024-02-13T17:37:46.814" v="16150" actId="1076"/>
          <ac:spMkLst>
            <pc:docMk/>
            <pc:sldMk cId="3807454451" sldId="263"/>
            <ac:spMk id="12" creationId="{230E230C-9865-48A4-A3C1-C0598AB15AE3}"/>
          </ac:spMkLst>
        </pc:spChg>
        <pc:spChg chg="add mod">
          <ac:chgData name="Georgia Jenkins" userId="f9200362-5fbc-470c-af17-006b5c85a3a7" providerId="ADAL" clId="{B9A76D6F-B36F-4392-8A32-90F7C6715AE7}" dt="2024-02-13T17:43:51.811" v="16616" actId="113"/>
          <ac:spMkLst>
            <pc:docMk/>
            <pc:sldMk cId="3807454451" sldId="263"/>
            <ac:spMk id="13" creationId="{FDBCCCE2-2AAC-49A1-BC55-1D0948660EEC}"/>
          </ac:spMkLst>
        </pc:spChg>
        <pc:spChg chg="add mod">
          <ac:chgData name="Georgia Jenkins" userId="f9200362-5fbc-470c-af17-006b5c85a3a7" providerId="ADAL" clId="{B9A76D6F-B36F-4392-8A32-90F7C6715AE7}" dt="2024-02-13T17:39:05.385" v="16183" actId="207"/>
          <ac:spMkLst>
            <pc:docMk/>
            <pc:sldMk cId="3807454451" sldId="263"/>
            <ac:spMk id="14" creationId="{97F9E8B9-B035-449C-9440-E80AC3D72777}"/>
          </ac:spMkLst>
        </pc:spChg>
        <pc:graphicFrameChg chg="add del mod modGraphic">
          <ac:chgData name="Georgia Jenkins" userId="f9200362-5fbc-470c-af17-006b5c85a3a7" providerId="ADAL" clId="{B9A76D6F-B36F-4392-8A32-90F7C6715AE7}" dt="2024-02-13T01:31:32.221" v="7411" actId="478"/>
          <ac:graphicFrameMkLst>
            <pc:docMk/>
            <pc:sldMk cId="3807454451" sldId="263"/>
            <ac:graphicFrameMk id="5" creationId="{54AD074A-F76C-4C90-BDEF-8518181896AC}"/>
          </ac:graphicFrameMkLst>
        </pc:graphicFrameChg>
        <pc:graphicFrameChg chg="add mod modGraphic">
          <ac:chgData name="Georgia Jenkins" userId="f9200362-5fbc-470c-af17-006b5c85a3a7" providerId="ADAL" clId="{B9A76D6F-B36F-4392-8A32-90F7C6715AE7}" dt="2024-02-13T21:50:29.578" v="17199" actId="20577"/>
          <ac:graphicFrameMkLst>
            <pc:docMk/>
            <pc:sldMk cId="3807454451" sldId="263"/>
            <ac:graphicFrameMk id="6" creationId="{CE2F29D2-F239-4820-9B57-5998EF94FF5C}"/>
          </ac:graphicFrameMkLst>
        </pc:graphicFrameChg>
        <pc:picChg chg="add del mod">
          <ac:chgData name="Georgia Jenkins" userId="f9200362-5fbc-470c-af17-006b5c85a3a7" providerId="ADAL" clId="{B9A76D6F-B36F-4392-8A32-90F7C6715AE7}" dt="2024-02-13T01:40:05.203" v="8019"/>
          <ac:picMkLst>
            <pc:docMk/>
            <pc:sldMk cId="3807454451" sldId="263"/>
            <ac:picMk id="4" creationId="{D989FF8F-A252-434A-B567-56D075C546C9}"/>
          </ac:picMkLst>
        </pc:picChg>
      </pc:sldChg>
      <pc:sldChg chg="addSp delSp modSp add del">
        <pc:chgData name="Georgia Jenkins" userId="f9200362-5fbc-470c-af17-006b5c85a3a7" providerId="ADAL" clId="{B9A76D6F-B36F-4392-8A32-90F7C6715AE7}" dt="2024-02-13T15:16:14.294" v="10242" actId="2696"/>
        <pc:sldMkLst>
          <pc:docMk/>
          <pc:sldMk cId="1793418198" sldId="264"/>
        </pc:sldMkLst>
        <pc:spChg chg="del">
          <ac:chgData name="Georgia Jenkins" userId="f9200362-5fbc-470c-af17-006b5c85a3a7" providerId="ADAL" clId="{B9A76D6F-B36F-4392-8A32-90F7C6715AE7}" dt="2024-02-13T01:40:33.532" v="8023"/>
          <ac:spMkLst>
            <pc:docMk/>
            <pc:sldMk cId="1793418198" sldId="264"/>
            <ac:spMk id="3" creationId="{75A75859-6292-47AB-AD11-BC67CEDCB65E}"/>
          </ac:spMkLst>
        </pc:spChg>
        <pc:picChg chg="add mod">
          <ac:chgData name="Georgia Jenkins" userId="f9200362-5fbc-470c-af17-006b5c85a3a7" providerId="ADAL" clId="{B9A76D6F-B36F-4392-8A32-90F7C6715AE7}" dt="2024-02-13T01:59:19.060" v="8892" actId="14100"/>
          <ac:picMkLst>
            <pc:docMk/>
            <pc:sldMk cId="1793418198" sldId="264"/>
            <ac:picMk id="4" creationId="{0195E903-4888-4E88-A12C-33D8F8AAFBB1}"/>
          </ac:picMkLst>
        </pc:picChg>
      </pc:sldChg>
      <pc:sldChg chg="add del">
        <pc:chgData name="Georgia Jenkins" userId="f9200362-5fbc-470c-af17-006b5c85a3a7" providerId="ADAL" clId="{B9A76D6F-B36F-4392-8A32-90F7C6715AE7}" dt="2024-02-13T01:40:18.851" v="8021" actId="2696"/>
        <pc:sldMkLst>
          <pc:docMk/>
          <pc:sldMk cId="3337957741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6D90F-3EB1-457B-9C5F-78C697E0473D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BB9C5-C469-407A-8C2C-C8BB2AA43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is to orient myself to the data. For me, the best way to do this is to perform one cleaning step at a time, then immediately see how this affected the dataset. Lots of summary functions and viewing subsets of the data based on the whatever just changed. Rinse and repeat!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BB9C5-C469-407A-8C2C-C8BB2AA43B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10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decided to show volume over time in case there were any seasonal variations to note. There is a dip in volume in the Spring of 2020, most likely related to the reduction in not-emergency procedures at the beginning of the COVID-19 pandemic lockdowns. There is also a dip in Nov/Dec, maybe related to the holidays or a spike in COVID-19 cases. Running the same plot over a more recent year could tell us more, if needed.  </a:t>
            </a:r>
          </a:p>
          <a:p>
            <a:endParaRPr lang="en-US" dirty="0"/>
          </a:p>
          <a:p>
            <a:r>
              <a:rPr lang="en-US" dirty="0"/>
              <a:t>I modelled this plot after a figure in “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Impact of the COVID-19 Pandemic on Utilization of EGD and Colonoscopy in the United States: An Analysis of 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GIQuIC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Registry” (Calderwood et. al, 2021), but for a more patient centered visualization, I included the number of patients in addition to the number of procedures.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BB9C5-C469-407A-8C2C-C8BB2AA43B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43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left figure and all figures that follow it, I filtered out rejected claims.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HON-2008: 32/389 (8%) rejected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NANC2642: 12/289 (4%) rejected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Reasoning: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Rejected claims have a payment of $0, which could make costs seem lower for providers with many rejected claims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provider, MICH1336, had all claims rejected (n = 4). That provider was removed from the table, since mean and median cost were NA.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After removing that provider, I decided it was only fair to be consistent across all providers in the top 10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I made the figure on the right because I wanted a more detailed breakdown of the specific procedures and costs for the top 3 providers. Interestingly, one procedure was performed by only one provider in the top 3. NANC2643 has the highest costs, but maybe that’s to offset the cost of a recommended procedure. We should understand the costs/benefits of offering/not offering hot biopsy before totally ruling out a partnership with NANC2643.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BB9C5-C469-407A-8C2C-C8BB2AA43B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03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cs typeface="Calibri" panose="020F0502020204030204" pitchFamily="34" charset="0"/>
              </a:rPr>
              <a:t>Distributions were clustered with outliers. Ran a Shapiro-Wilk test on paid amounts for each provider. p </a:t>
            </a:r>
            <a:r>
              <a:rPr lang="en-US" sz="1200" b="0" dirty="0">
                <a:cs typeface="Calibri" panose="020F0502020204030204" pitchFamily="34" charset="0"/>
              </a:rPr>
              <a:t>≈ </a:t>
            </a:r>
            <a:r>
              <a:rPr lang="en-US" sz="1200" dirty="0">
                <a:cs typeface="Calibri" panose="020F0502020204030204" pitchFamily="34" charset="0"/>
              </a:rPr>
              <a:t>0 for all 3 providers. </a:t>
            </a:r>
          </a:p>
          <a:p>
            <a:r>
              <a:rPr lang="en-US" sz="1200" dirty="0">
                <a:cs typeface="Calibri" panose="020F0502020204030204" pitchFamily="34" charset="0"/>
              </a:rPr>
              <a:t>Variances were 20869, 76586, and 133474</a:t>
            </a:r>
          </a:p>
          <a:p>
            <a:r>
              <a:rPr lang="en-US" sz="1200" dirty="0">
                <a:cs typeface="Calibri" panose="020F0502020204030204" pitchFamily="34" charset="0"/>
              </a:rPr>
              <a:t>Bonferroni adjustment to adjust p-values for multiple comparisons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BB9C5-C469-407A-8C2C-C8BB2AA43B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69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BB9C5-C469-407A-8C2C-C8BB2AA43B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5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9E71-76FE-4589-AA31-46E048837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1EF1E-1192-4971-A1E6-08E82180B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D185A-19D5-46C3-BA91-36659233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E82CC-9913-4B44-AA3D-2ACC82EF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E17F-AB52-4648-BC4D-12A7B2FD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8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BFC5-83A6-4F59-BD0C-FB2D0C36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F061-73A6-4FAD-B2F0-6C05DEF6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6ED12-14F7-40C8-98DC-3109391B2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6D533-A283-4D4E-944C-4AC40768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0F20A-7E81-4BA7-A8F2-BC6AC6CE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BBF8-C7EF-4E89-88C5-169D33C6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62870-D3DF-4A62-92B7-E9CF4408A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20599-A821-42A1-8DE1-BCE07917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EB416-4505-4E8E-BA6A-7D1B1167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7AC0D-06FE-4794-8D23-B06F7EA4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4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083D8-4456-4B80-9A23-EE55F44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8D79-4F33-4FA6-ACEB-064B10F0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E9C3E-E9AB-4DE4-B125-61FE421FC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5F314-66E0-46C1-A2F0-8587665A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3B11-A698-474B-A836-B4842982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31C7E-D12D-4202-A6A1-6237A651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2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8E53-D67D-41BE-9CBD-E621EEE7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9A1CE-F2EC-42F7-99DE-E897F3BE2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899D8-93E1-4C4F-B36D-DEA6B3074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29C39-3B40-4139-BAF8-983EDDB7E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55DF8-B035-40BB-93B8-2B8419F56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5A19C-D675-4A78-85AC-A6934789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78641-B808-4CD3-9DC8-D60B8D0E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75602-4392-4444-B27D-0674E24E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9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C815-78FD-44D3-8962-11A22F08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2056D-8616-424B-AC8B-7DED6ECD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D8994-61F1-4FF6-A5F2-355A9FBB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677B9-C0DE-43D6-9B7F-7FCFCF14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9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D30DF-C9B7-40CA-B41C-2BD01BB0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C5161-BE47-468B-81A9-4F9E627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4A213-262B-41D9-A805-9CE63BC2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404A-2FF5-4860-B87D-78501B05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8F93-3E9D-4E88-905D-7C13AFA2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DD361-04DC-41CC-9CC4-AA3F7F1B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6C055-9F7B-400F-9639-9FFE889C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FEECC-15F0-4271-A5CD-C2A2A8BA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A51DB-437A-4B97-8F22-209E7635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1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5EB8-2569-448E-8172-03B55750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89DE6-8EF8-43E2-91F2-9FA7A055B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B2586-29F7-4032-A266-4A3189F1A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33015-0297-412C-B043-C15D6680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9C1CD-BAE9-45D3-A7CB-3E74BDCF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31BDB-52D2-4216-8C00-60536EA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21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83BB-4D33-4CB7-ADE0-5C391FD0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38C2A-95A5-4483-92CA-C94255AF8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D7155-D0F1-479E-8CA8-6E4C8827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DE30-D774-478D-B93A-CD6A8A76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A360B-903D-48B6-9FFC-94FA0868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2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E3D59-2D09-4948-9299-CA65A00D5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BA886-4A2A-4867-803B-4ED4D2E4B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E8B33-5E5B-4579-AAA6-B6D2198C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E4CC9-ACC6-4EC6-B6B2-7125F616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AEF48-E26E-4769-B54B-D714AA99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99656-6E0D-472B-85FB-AC606C5C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FC8D5-4DF2-422B-8445-4FDE61828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3F254-C7EB-478C-B261-D143EE2C0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BDE81-D45A-4643-8561-2DAF54A2FD7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06611-E056-4EB8-B92C-36A9019B6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382B-D9C8-4CAE-92E6-F9CBA818F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34EF9-1C6E-44AC-9B08-054DFE907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9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BB67-8119-3708-35EF-27FEAF98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3F22-DE52-E70A-984C-7141667D5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leadership of the Health Fund is working closely with a partner clinic in Manhattan to improve outcomes and reduce costs for certain common procedures.  Prior to assessing outcomes, the leadership has asked me to form a list of top 10 referral providers based on cost and volume, in the immediate vicinity of the clinic, for colonoscopy procedures. I’ll be working with a dataset containing a set of claims that encompass all colonoscopies in the clinic catchment area.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Audience: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leaders of the health fund data team (not C-suite)</a:t>
            </a: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2788D-92C1-355D-F2B4-30B3D8FE8D41}"/>
              </a:ext>
            </a:extLst>
          </p:cNvPr>
          <p:cNvSpPr txBox="1"/>
          <p:nvPr/>
        </p:nvSpPr>
        <p:spPr>
          <a:xfrm>
            <a:off x="8386150" y="6488668"/>
            <a:ext cx="380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Source: Health Fund at 32BJ SEIU  </a:t>
            </a:r>
          </a:p>
        </p:txBody>
      </p:sp>
    </p:spTree>
    <p:extLst>
      <p:ext uri="{BB962C8B-B14F-4D97-AF65-F5344CB8AC3E}">
        <p14:creationId xmlns:p14="http://schemas.microsoft.com/office/powerpoint/2010/main" val="31875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44D3-24F4-7A13-6D50-B0EAB498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from the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A2C82-A250-5ADF-9D2E-A3159C737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was the total volume of colonoscopy procedures in 2020? What was the total volume by provider for the top 10 providers, by volume?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the mean and median costs per procedure for each of the top 10 providers, by volume?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Are the costs per procedure statistically different between the top 3 providers by volume?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recommendations would you make to the clinic, based on this data, about which providers should be preferred for colonoscopy procedure?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2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98DE-DEC8-4966-9414-4D03D69D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Nunito Sans Normal" pitchFamily="2" charset="0"/>
              </a:rPr>
              <a:t>Methods: Data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5494A0-D98E-4A7D-9392-049D469B1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178417"/>
              </p:ext>
            </p:extLst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236080218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4079743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>
                    <a:solidFill>
                      <a:srgbClr val="48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Actions Taken</a:t>
                      </a:r>
                    </a:p>
                  </a:txBody>
                  <a:tcPr>
                    <a:solidFill>
                      <a:srgbClr val="48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8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 data irrelevant to the assignment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Filtered out endoscopy CPT codes (43200, 43235, 43239).</a:t>
                      </a:r>
                    </a:p>
                    <a:p>
                      <a:r>
                        <a:rPr lang="en-US" dirty="0"/>
                        <a:t>Filtered out procedures that started/ended in any year other than 2020.</a:t>
                      </a:r>
                    </a:p>
                    <a:p>
                      <a:r>
                        <a:rPr lang="en-US" dirty="0"/>
                        <a:t>Confirmed that all provider zip codes were near UHC.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 duplicates</a:t>
                      </a:r>
                    </a:p>
                  </a:txBody>
                  <a:tcPr>
                    <a:solidFill>
                      <a:srgbClr val="DF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Identified claims where claim number, provider, start date, end date, and CPT code were duplicated. 12 duplicate sets (24 claims) were identified. Each set contained one claim with paid amount &gt; 0 and one = 0. Filtered out the 12 duplicates where paid amount = 0. </a:t>
                      </a:r>
                    </a:p>
                  </a:txBody>
                  <a:tcPr>
                    <a:solidFill>
                      <a:srgbClr val="DFD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6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 invalid data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Invalid date, 2/29/2019 was removed during filtering year to 2020. </a:t>
                      </a:r>
                    </a:p>
                    <a:p>
                      <a:r>
                        <a:rPr lang="en-US" dirty="0"/>
                        <a:t>Checked for NA values throughout the data set. None were present in the key variables, just reject codes, modifiers, and additional ICD codes after the primary code. </a:t>
                      </a:r>
                    </a:p>
                    <a:p>
                      <a:r>
                        <a:rPr lang="en-US" dirty="0"/>
                        <a:t>Filtered out 4 claims where payment value = 999999. Assumed this represented an error. Did notice a pattern with the ICD codes, </a:t>
                      </a:r>
                      <a:r>
                        <a:rPr lang="en-US"/>
                        <a:t>but that didn’t </a:t>
                      </a:r>
                      <a:r>
                        <a:rPr lang="en-US" dirty="0"/>
                        <a:t>adequately explain 999999. 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301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32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8D73-70CE-48D9-B10A-EFD696FB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14FF8-89C3-436C-8483-6551DD6A7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6B94E-CDF5-40A5-A9C1-8A18A4AA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4"/>
            <a:ext cx="12192000" cy="685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8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5D7524DE-CE6D-4E14-A7FA-0197BD0A22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690" t="32247" r="1133" b="31632"/>
          <a:stretch/>
        </p:blipFill>
        <p:spPr>
          <a:xfrm>
            <a:off x="5669993" y="2059402"/>
            <a:ext cx="1397000" cy="16891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32BB75-2FE9-4C51-A767-D40A9F2E71C8}"/>
              </a:ext>
            </a:extLst>
          </p:cNvPr>
          <p:cNvSpPr txBox="1"/>
          <p:nvPr/>
        </p:nvSpPr>
        <p:spPr>
          <a:xfrm>
            <a:off x="1241118" y="503295"/>
            <a:ext cx="3050452" cy="1200329"/>
          </a:xfrm>
          <a:prstGeom prst="rect">
            <a:avLst/>
          </a:prstGeom>
          <a:solidFill>
            <a:srgbClr val="FFF86D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  <a:cs typeface="Arial" panose="020B0604020202020204" pitchFamily="34" charset="0"/>
              </a:rPr>
              <a:t>91% of procedures</a:t>
            </a:r>
          </a:p>
          <a:p>
            <a:pPr algn="ctr"/>
            <a:r>
              <a:rPr lang="en-US" sz="2400" dirty="0">
                <a:latin typeface="+mj-lt"/>
                <a:cs typeface="Arial" panose="020B0604020202020204" pitchFamily="34" charset="0"/>
              </a:rPr>
              <a:t>performed by top 2 providers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A807C5-F26E-47A7-8F3E-634F9206D86F}"/>
              </a:ext>
            </a:extLst>
          </p:cNvPr>
          <p:cNvSpPr txBox="1"/>
          <p:nvPr/>
        </p:nvSpPr>
        <p:spPr>
          <a:xfrm>
            <a:off x="7066993" y="503295"/>
            <a:ext cx="3475644" cy="1200329"/>
          </a:xfrm>
          <a:prstGeom prst="rect">
            <a:avLst/>
          </a:prstGeom>
          <a:solidFill>
            <a:srgbClr val="FFF86D"/>
          </a:solidFill>
          <a:ln>
            <a:solidFill>
              <a:srgbClr val="C9B9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  <a:cs typeface="Arial" panose="020B0604020202020204" pitchFamily="34" charset="0"/>
              </a:rPr>
              <a:t>Only 1 of the top 3 performed removal by hot biopsy forceps</a:t>
            </a:r>
          </a:p>
        </p:txBody>
      </p:sp>
      <p:pic>
        <p:nvPicPr>
          <p:cNvPr id="22" name="Content Placeholder 3">
            <a:extLst>
              <a:ext uri="{FF2B5EF4-FFF2-40B4-BE49-F238E27FC236}">
                <a16:creationId xmlns:a16="http://schemas.microsoft.com/office/drawing/2014/main" id="{0E947DD1-A0E0-4289-8390-5E9461541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63632" y="1913577"/>
            <a:ext cx="6596733" cy="46761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23177B-EF53-45E9-B7F4-7179B86429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8" r="6854" b="1"/>
          <a:stretch/>
        </p:blipFill>
        <p:spPr>
          <a:xfrm>
            <a:off x="0" y="1645320"/>
            <a:ext cx="5607214" cy="52126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135B79-597A-4187-ACF3-1D796BE5470B}"/>
              </a:ext>
            </a:extLst>
          </p:cNvPr>
          <p:cNvSpPr/>
          <p:nvPr/>
        </p:nvSpPr>
        <p:spPr>
          <a:xfrm>
            <a:off x="5590867" y="3344543"/>
            <a:ext cx="4951769" cy="782520"/>
          </a:xfrm>
          <a:prstGeom prst="rect">
            <a:avLst/>
          </a:prstGeom>
          <a:noFill/>
          <a:ln w="76200">
            <a:solidFill>
              <a:srgbClr val="FFF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CF11C7-C8A4-4A83-B295-DE1021A35E35}"/>
              </a:ext>
            </a:extLst>
          </p:cNvPr>
          <p:cNvSpPr/>
          <p:nvPr/>
        </p:nvSpPr>
        <p:spPr>
          <a:xfrm>
            <a:off x="317411" y="2730313"/>
            <a:ext cx="5186226" cy="735723"/>
          </a:xfrm>
          <a:prstGeom prst="rect">
            <a:avLst/>
          </a:prstGeom>
          <a:noFill/>
          <a:ln w="76200">
            <a:solidFill>
              <a:srgbClr val="FFF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313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  <p:bldP spid="11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C2B5-2AA5-408B-A9AC-CD7567A3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Cost differences between top 3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C9218-A539-40FF-BCF8-F1CB3C58AC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Step 1: Determine if there are statistically significant differences </a:t>
            </a:r>
          </a:p>
          <a:p>
            <a:r>
              <a:rPr lang="en-US" sz="2000" dirty="0"/>
              <a:t>ANOVA assumptions </a:t>
            </a:r>
          </a:p>
          <a:p>
            <a:pPr lvl="1"/>
            <a:r>
              <a:rPr lang="en-US" sz="1800" dirty="0"/>
              <a:t>Independent observations</a:t>
            </a:r>
          </a:p>
          <a:p>
            <a:pPr lvl="1"/>
            <a:r>
              <a:rPr lang="en-US" sz="1800" dirty="0"/>
              <a:t>Normal distribution </a:t>
            </a:r>
          </a:p>
          <a:p>
            <a:pPr lvl="1"/>
            <a:r>
              <a:rPr lang="en-US" sz="1800" dirty="0"/>
              <a:t>Homogeneity of variances</a:t>
            </a:r>
          </a:p>
          <a:p>
            <a:r>
              <a:rPr lang="en-US" sz="2000" dirty="0"/>
              <a:t>Kruskal-Wallis Test </a:t>
            </a:r>
            <a:r>
              <a:rPr lang="en-US" sz="2000" b="1" dirty="0"/>
              <a:t>p </a:t>
            </a:r>
            <a:r>
              <a:rPr lang="en-US" sz="2000" b="1" dirty="0">
                <a:cs typeface="Calibri" panose="020F0502020204030204" pitchFamily="34" charset="0"/>
              </a:rPr>
              <a:t>≈ 0 </a:t>
            </a:r>
          </a:p>
          <a:p>
            <a:pPr marL="0" indent="0">
              <a:buNone/>
            </a:pPr>
            <a:r>
              <a:rPr lang="en-US" sz="2000" b="1" i="1" dirty="0">
                <a:cs typeface="Calibri" panose="020F0502020204030204" pitchFamily="34" charset="0"/>
              </a:rPr>
              <a:t>Significant differences exist! </a:t>
            </a:r>
          </a:p>
          <a:p>
            <a:pPr marL="0" indent="0">
              <a:buNone/>
            </a:pPr>
            <a:r>
              <a:rPr lang="en-US" sz="2000" dirty="0">
                <a:cs typeface="Calibri" panose="020F0502020204030204" pitchFamily="34" charset="0"/>
              </a:rPr>
              <a:t>Step 2: which pairs have differences?</a:t>
            </a:r>
          </a:p>
          <a:p>
            <a:r>
              <a:rPr lang="en-US" sz="2000" dirty="0">
                <a:cs typeface="Calibri" panose="020F0502020204030204" pitchFamily="34" charset="0"/>
              </a:rPr>
              <a:t>Dunn’s test of multiple comparisons, Bonferroni adjustment</a:t>
            </a:r>
          </a:p>
          <a:p>
            <a:pPr lvl="1"/>
            <a:r>
              <a:rPr lang="en-US" sz="1800" dirty="0">
                <a:cs typeface="Calibri" panose="020F0502020204030204" pitchFamily="34" charset="0"/>
              </a:rPr>
              <a:t>HON-2008 &amp; JOSE1337 </a:t>
            </a:r>
            <a:r>
              <a:rPr lang="en-US" sz="1800" b="1" dirty="0">
                <a:cs typeface="Calibri" panose="020F0502020204030204" pitchFamily="34" charset="0"/>
              </a:rPr>
              <a:t>p &lt; 0.001</a:t>
            </a:r>
          </a:p>
          <a:p>
            <a:pPr lvl="1"/>
            <a:r>
              <a:rPr lang="en-US" sz="1800" dirty="0">
                <a:cs typeface="Calibri" panose="020F0502020204030204" pitchFamily="34" charset="0"/>
              </a:rPr>
              <a:t>HON-2008 &amp; NANC2643 </a:t>
            </a:r>
            <a:r>
              <a:rPr lang="en-US" sz="1800" b="1" dirty="0">
                <a:cs typeface="Calibri" panose="020F0502020204030204" pitchFamily="34" charset="0"/>
              </a:rPr>
              <a:t>p ≈ 0</a:t>
            </a:r>
            <a:endParaRPr lang="en-US" sz="1800" dirty="0">
              <a:cs typeface="Calibri" panose="020F0502020204030204" pitchFamily="34" charset="0"/>
            </a:endParaRPr>
          </a:p>
        </p:txBody>
      </p:sp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C2937370-D113-4F10-9F5B-9B691D809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3695" y="2804655"/>
            <a:ext cx="274320" cy="274320"/>
          </a:xfrm>
          <a:prstGeom prst="rect">
            <a:avLst/>
          </a:prstGeom>
        </p:spPr>
      </p:pic>
      <p:pic>
        <p:nvPicPr>
          <p:cNvPr id="19" name="Graphic 18" descr="Close">
            <a:extLst>
              <a:ext uri="{FF2B5EF4-FFF2-40B4-BE49-F238E27FC236}">
                <a16:creationId xmlns:a16="http://schemas.microsoft.com/office/drawing/2014/main" id="{5C8D4F59-0C8E-49D6-B0DC-4646B7418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995" y="3163958"/>
            <a:ext cx="27432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9398D31-1D47-4BFC-B600-A2892EB7F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1471" y="1825625"/>
            <a:ext cx="5852160" cy="981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12FAFB-98AC-4539-A061-74800C03E6E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8929" r="11120"/>
          <a:stretch/>
        </p:blipFill>
        <p:spPr>
          <a:xfrm>
            <a:off x="5741471" y="3618643"/>
            <a:ext cx="5853113" cy="3004751"/>
          </a:xfrm>
          <a:prstGeom prst="rect">
            <a:avLst/>
          </a:prstGeom>
        </p:spPr>
      </p:pic>
      <p:pic>
        <p:nvPicPr>
          <p:cNvPr id="15" name="Graphic 14" descr="Close">
            <a:extLst>
              <a:ext uri="{FF2B5EF4-FFF2-40B4-BE49-F238E27FC236}">
                <a16:creationId xmlns:a16="http://schemas.microsoft.com/office/drawing/2014/main" id="{A53994F4-B59D-493A-BF82-1BF43857E8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995" y="3459761"/>
            <a:ext cx="274320" cy="27432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5788B51-5293-4D98-A464-672205BAAD89}"/>
              </a:ext>
            </a:extLst>
          </p:cNvPr>
          <p:cNvSpPr/>
          <p:nvPr/>
        </p:nvSpPr>
        <p:spPr>
          <a:xfrm>
            <a:off x="9880599" y="2369510"/>
            <a:ext cx="1713031" cy="435146"/>
          </a:xfrm>
          <a:prstGeom prst="rect">
            <a:avLst/>
          </a:prstGeom>
          <a:noFill/>
          <a:ln w="76200">
            <a:solidFill>
              <a:srgbClr val="FFF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2EDC3-F5A0-435D-8370-78DAFFDEC789}"/>
              </a:ext>
            </a:extLst>
          </p:cNvPr>
          <p:cNvSpPr/>
          <p:nvPr/>
        </p:nvSpPr>
        <p:spPr>
          <a:xfrm>
            <a:off x="7264399" y="4965699"/>
            <a:ext cx="990601" cy="372891"/>
          </a:xfrm>
          <a:prstGeom prst="rect">
            <a:avLst/>
          </a:prstGeom>
          <a:noFill/>
          <a:ln w="76200">
            <a:solidFill>
              <a:srgbClr val="FFF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1D2565-0AC1-4970-8722-F785A2C2302C}"/>
              </a:ext>
            </a:extLst>
          </p:cNvPr>
          <p:cNvSpPr/>
          <p:nvPr/>
        </p:nvSpPr>
        <p:spPr>
          <a:xfrm>
            <a:off x="7264399" y="5608100"/>
            <a:ext cx="990601" cy="372891"/>
          </a:xfrm>
          <a:prstGeom prst="rect">
            <a:avLst/>
          </a:prstGeom>
          <a:noFill/>
          <a:ln w="76200">
            <a:solidFill>
              <a:srgbClr val="FFF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66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2" grpId="0" animBg="1"/>
      <p:bldP spid="22" grpId="1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8205-448F-4C54-9AEA-9245B5B9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Summary &amp; 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8E1420-CB63-4A07-B7DA-B7C4B0C715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E2F29D2-F239-4820-9B57-5998EF94F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602640"/>
              </p:ext>
            </p:extLst>
          </p:nvPr>
        </p:nvGraphicFramePr>
        <p:xfrm>
          <a:off x="500463" y="1648400"/>
          <a:ext cx="5533757" cy="4633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210">
                  <a:extLst>
                    <a:ext uri="{9D8B030D-6E8A-4147-A177-3AD203B41FA5}">
                      <a16:colId xmlns:a16="http://schemas.microsoft.com/office/drawing/2014/main" val="4236080218"/>
                    </a:ext>
                  </a:extLst>
                </a:gridCol>
                <a:gridCol w="4332547">
                  <a:extLst>
                    <a:ext uri="{9D8B030D-6E8A-4147-A177-3AD203B41FA5}">
                      <a16:colId xmlns:a16="http://schemas.microsoft.com/office/drawing/2014/main" val="4079743987"/>
                    </a:ext>
                  </a:extLst>
                </a:gridCol>
              </a:tblGrid>
              <a:tr h="384231">
                <a:tc>
                  <a:txBody>
                    <a:bodyPr/>
                    <a:lstStyle/>
                    <a:p>
                      <a:r>
                        <a:rPr lang="en-US" dirty="0"/>
                        <a:t>Provider</a:t>
                      </a:r>
                    </a:p>
                  </a:txBody>
                  <a:tcPr>
                    <a:solidFill>
                      <a:srgbClr val="48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>
                    <a:solidFill>
                      <a:srgbClr val="48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89901"/>
                  </a:ext>
                </a:extLst>
              </a:tr>
              <a:tr h="1277881">
                <a:tc>
                  <a:txBody>
                    <a:bodyPr/>
                    <a:lstStyle/>
                    <a:p>
                      <a:r>
                        <a:rPr lang="en-US" dirty="0"/>
                        <a:t>HON-</a:t>
                      </a:r>
                    </a:p>
                    <a:p>
                      <a:r>
                        <a:rPr lang="en-US" dirty="0"/>
                        <a:t>2008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Lowest prices (p &lt; 0.001)</a:t>
                      </a:r>
                    </a:p>
                    <a:p>
                      <a:r>
                        <a:rPr lang="en-US" dirty="0"/>
                        <a:t>Highest volume</a:t>
                      </a:r>
                    </a:p>
                    <a:p>
                      <a:r>
                        <a:rPr lang="en-US" dirty="0"/>
                        <a:t>No hot forceps biopsy</a:t>
                      </a:r>
                    </a:p>
                    <a:p>
                      <a:r>
                        <a:rPr lang="en-US" dirty="0"/>
                        <a:t>Had 8% of claims rejected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7029"/>
                  </a:ext>
                </a:extLst>
              </a:tr>
              <a:tr h="1197320">
                <a:tc>
                  <a:txBody>
                    <a:bodyPr/>
                    <a:lstStyle/>
                    <a:p>
                      <a:r>
                        <a:rPr lang="en-US" dirty="0"/>
                        <a:t>JOSE</a:t>
                      </a:r>
                    </a:p>
                    <a:p>
                      <a:r>
                        <a:rPr lang="en-US" dirty="0"/>
                        <a:t>1337</a:t>
                      </a:r>
                    </a:p>
                  </a:txBody>
                  <a:tcPr>
                    <a:solidFill>
                      <a:srgbClr val="DFD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Volume much lower than NANC &amp; HON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hot forceps biopsy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rejected claims</a:t>
                      </a:r>
                    </a:p>
                  </a:txBody>
                  <a:tcPr>
                    <a:solidFill>
                      <a:srgbClr val="DFD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344787"/>
                  </a:ext>
                </a:extLst>
              </a:tr>
              <a:tr h="1773744">
                <a:tc>
                  <a:txBody>
                    <a:bodyPr/>
                    <a:lstStyle/>
                    <a:p>
                      <a:r>
                        <a:rPr lang="en-US" dirty="0"/>
                        <a:t>NANC</a:t>
                      </a:r>
                    </a:p>
                    <a:p>
                      <a:r>
                        <a:rPr lang="en-US" dirty="0"/>
                        <a:t>2863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Highest prices (sig. different from HON-2008 but not from JOSE1337)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highest volume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Only provider who performed removals with hot biopsy forceps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Had 4% of claims rejected</a:t>
                      </a:r>
                    </a:p>
                  </a:txBody>
                  <a:tcPr>
                    <a:solidFill>
                      <a:srgbClr val="C9B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6804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30E230C-9865-48A4-A3C1-C0598AB15AE3}"/>
              </a:ext>
            </a:extLst>
          </p:cNvPr>
          <p:cNvSpPr txBox="1"/>
          <p:nvPr/>
        </p:nvSpPr>
        <p:spPr>
          <a:xfrm>
            <a:off x="6172200" y="2191157"/>
            <a:ext cx="5629544" cy="1015663"/>
          </a:xfrm>
          <a:prstGeom prst="rect">
            <a:avLst/>
          </a:prstGeom>
          <a:solidFill>
            <a:srgbClr val="B1D373"/>
          </a:solidFill>
          <a:ln>
            <a:solidFill>
              <a:srgbClr val="C9B9E9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cs typeface="Arial" panose="020B0604020202020204" pitchFamily="34" charset="0"/>
              </a:rPr>
              <a:t>BEST VALUE</a:t>
            </a: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>
                <a:cs typeface="Arial" panose="020B0604020202020204" pitchFamily="34" charset="0"/>
              </a:rPr>
              <a:t>Caveat: </a:t>
            </a:r>
            <a:r>
              <a:rPr lang="en-US" sz="2000" dirty="0">
                <a:cs typeface="Arial" panose="020B0604020202020204" pitchFamily="34" charset="0"/>
              </a:rPr>
              <a:t>high volume may mean longer wait times to get an appointment</a:t>
            </a:r>
            <a:endParaRPr lang="en-US" sz="2000" b="1" dirty="0"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BCCCE2-2AAC-49A1-BC55-1D0948660EEC}"/>
              </a:ext>
            </a:extLst>
          </p:cNvPr>
          <p:cNvSpPr txBox="1"/>
          <p:nvPr/>
        </p:nvSpPr>
        <p:spPr>
          <a:xfrm>
            <a:off x="6157782" y="4666843"/>
            <a:ext cx="5615124" cy="1015663"/>
          </a:xfrm>
          <a:prstGeom prst="rect">
            <a:avLst/>
          </a:prstGeom>
          <a:solidFill>
            <a:srgbClr val="FF2600">
              <a:alpha val="6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cs typeface="Arial" panose="020B0604020202020204" pitchFamily="34" charset="0"/>
              </a:rPr>
              <a:t>Not recommended </a:t>
            </a:r>
            <a:r>
              <a:rPr lang="en-US" sz="2000" dirty="0">
                <a:cs typeface="Arial" panose="020B0604020202020204" pitchFamily="34" charset="0"/>
              </a:rPr>
              <a:t>due to high cost</a:t>
            </a:r>
          </a:p>
          <a:p>
            <a:endParaRPr lang="en-US" sz="2000" dirty="0">
              <a:solidFill>
                <a:prstClr val="black"/>
              </a:solidFill>
            </a:endParaRPr>
          </a:p>
          <a:p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9E8B9-B035-449C-9440-E80AC3D72777}"/>
              </a:ext>
            </a:extLst>
          </p:cNvPr>
          <p:cNvSpPr txBox="1"/>
          <p:nvPr/>
        </p:nvSpPr>
        <p:spPr>
          <a:xfrm>
            <a:off x="6157782" y="3429000"/>
            <a:ext cx="5629543" cy="1015663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cs typeface="Arial" panose="020B0604020202020204" pitchFamily="34" charset="0"/>
              </a:rPr>
              <a:t>Mid-tier value, lower patient volume</a:t>
            </a:r>
          </a:p>
          <a:p>
            <a:r>
              <a:rPr lang="en-US" sz="2000" dirty="0">
                <a:cs typeface="Arial" panose="020B0604020202020204" pitchFamily="34" charset="0"/>
              </a:rPr>
              <a:t>May be able to take more patients</a:t>
            </a:r>
          </a:p>
          <a:p>
            <a:endParaRPr lang="en-US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st-it theme">
      <a:majorFont>
        <a:latin typeface="Nunito Sans Normal SemiBold"/>
        <a:ea typeface=""/>
        <a:cs typeface=""/>
      </a:majorFont>
      <a:minorFont>
        <a:latin typeface="Nunito Sans Norm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9F13D0244394A894FCD09B3E5BF1F" ma:contentTypeVersion="18" ma:contentTypeDescription="Create a new document." ma:contentTypeScope="" ma:versionID="fd1a95dbac859cad7928523816da211e">
  <xsd:schema xmlns:xsd="http://www.w3.org/2001/XMLSchema" xmlns:xs="http://www.w3.org/2001/XMLSchema" xmlns:p="http://schemas.microsoft.com/office/2006/metadata/properties" xmlns:ns3="81a91be9-0b20-46d8-8b4f-71ec99bb5fc7" xmlns:ns4="e2e5a815-161a-4bfc-b9ac-dbdfd1f46302" targetNamespace="http://schemas.microsoft.com/office/2006/metadata/properties" ma:root="true" ma:fieldsID="4305d572bb00e65d3c1e575fb7d292ac" ns3:_="" ns4:_="">
    <xsd:import namespace="81a91be9-0b20-46d8-8b4f-71ec99bb5fc7"/>
    <xsd:import namespace="e2e5a815-161a-4bfc-b9ac-dbdfd1f4630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a91be9-0b20-46d8-8b4f-71ec99bb5f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5a815-161a-4bfc-b9ac-dbdfd1f4630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a91be9-0b20-46d8-8b4f-71ec99bb5fc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EFE46C-92CF-4588-9229-68502F2BD6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a91be9-0b20-46d8-8b4f-71ec99bb5fc7"/>
    <ds:schemaRef ds:uri="e2e5a815-161a-4bfc-b9ac-dbdfd1f463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095A43-924B-4465-80A5-93F9F4D1180F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81a91be9-0b20-46d8-8b4f-71ec99bb5fc7"/>
    <ds:schemaRef ds:uri="e2e5a815-161a-4bfc-b9ac-dbdfd1f4630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8EECA85-F927-4BF9-9D2F-D2DF92ECC4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1015</Words>
  <Application>Microsoft Macintosh PowerPoint</Application>
  <PresentationFormat>Widescreen</PresentationFormat>
  <Paragraphs>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Nunito Sans Normal</vt:lpstr>
      <vt:lpstr>Nunito Sans Normal SemiBold</vt:lpstr>
      <vt:lpstr>Office Theme</vt:lpstr>
      <vt:lpstr>Scenario</vt:lpstr>
      <vt:lpstr>Questions from the Leadership</vt:lpstr>
      <vt:lpstr>Methods: Data Cleaning</vt:lpstr>
      <vt:lpstr>PowerPoint Presentation</vt:lpstr>
      <vt:lpstr>PowerPoint Presentation</vt:lpstr>
      <vt:lpstr>Cost differences between top 3 providers</vt:lpstr>
      <vt:lpstr>Summary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Georgia Jenkins</dc:creator>
  <cp:lastModifiedBy>Georgia Jenkins</cp:lastModifiedBy>
  <cp:revision>33</cp:revision>
  <dcterms:created xsi:type="dcterms:W3CDTF">2024-02-08T01:24:26Z</dcterms:created>
  <dcterms:modified xsi:type="dcterms:W3CDTF">2025-07-01T20:11:29Z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0x010100EF49F13D0244394A894FCD09B3E5BF1F</vt:lpwstr>
  </property>
</Properties>
</file>